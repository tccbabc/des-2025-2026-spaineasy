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  <p:sldMasterId id="2147483656" r:id="rId5"/>
    <p:sldMasterId id="2147483657" r:id="rId6"/>
    <p:sldMasterId id="2147483658" r:id="rId7"/>
    <p:sldMasterId id="2147483659" r:id="rId8"/>
    <p:sldMasterId id="2147483660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</p:sldIdLst>
  <p:sldSz cy="5143500" cx="9144000"/>
  <p:notesSz cx="6858000" cy="9144000"/>
  <p:embeddedFontLst>
    <p:embeddedFont>
      <p:font typeface="Roboto Black"/>
      <p:bold r:id="rId30"/>
      <p:boldItalic r:id="rId31"/>
    </p:embeddedFont>
    <p:embeddedFont>
      <p:font typeface="Roboto"/>
      <p:regular r:id="rId32"/>
      <p:bold r:id="rId33"/>
      <p:italic r:id="rId34"/>
      <p:boldItalic r:id="rId35"/>
    </p:embeddedFont>
    <p:embeddedFont>
      <p:font typeface="Roboto Medium"/>
      <p:regular r:id="rId36"/>
      <p:bold r:id="rId37"/>
      <p:italic r:id="rId38"/>
      <p:boldItalic r:id="rId39"/>
    </p:embeddedFont>
    <p:embeddedFont>
      <p:font typeface="Roboto Light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964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964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Light-regular.fntdata"/><Relationship Id="rId20" Type="http://schemas.openxmlformats.org/officeDocument/2006/relationships/slide" Target="slides/slide10.xml"/><Relationship Id="rId42" Type="http://schemas.openxmlformats.org/officeDocument/2006/relationships/font" Target="fonts/RobotoLight-italic.fntdata"/><Relationship Id="rId41" Type="http://schemas.openxmlformats.org/officeDocument/2006/relationships/font" Target="fonts/RobotoLight-bold.fntdata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43" Type="http://schemas.openxmlformats.org/officeDocument/2006/relationships/font" Target="fonts/RobotoLight-boldItalic.fntdata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1" Type="http://schemas.openxmlformats.org/officeDocument/2006/relationships/theme" Target="theme/theme5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19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font" Target="fonts/RobotoBlack-boldItalic.fntdata"/><Relationship Id="rId30" Type="http://schemas.openxmlformats.org/officeDocument/2006/relationships/font" Target="fonts/RobotoBlack-bold.fntdata"/><Relationship Id="rId11" Type="http://schemas.openxmlformats.org/officeDocument/2006/relationships/slide" Target="slides/slide1.xml"/><Relationship Id="rId33" Type="http://schemas.openxmlformats.org/officeDocument/2006/relationships/font" Target="fonts/Roboto-bold.fntdata"/><Relationship Id="rId10" Type="http://schemas.openxmlformats.org/officeDocument/2006/relationships/notesMaster" Target="notesMasters/notesMaster1.xml"/><Relationship Id="rId32" Type="http://schemas.openxmlformats.org/officeDocument/2006/relationships/font" Target="fonts/Roboto-regular.fntdata"/><Relationship Id="rId13" Type="http://schemas.openxmlformats.org/officeDocument/2006/relationships/slide" Target="slides/slide3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2.xml"/><Relationship Id="rId34" Type="http://schemas.openxmlformats.org/officeDocument/2006/relationships/font" Target="fonts/Roboto-italic.fntdata"/><Relationship Id="rId15" Type="http://schemas.openxmlformats.org/officeDocument/2006/relationships/slide" Target="slides/slide5.xml"/><Relationship Id="rId37" Type="http://schemas.openxmlformats.org/officeDocument/2006/relationships/font" Target="fonts/RobotoMedium-bold.fntdata"/><Relationship Id="rId14" Type="http://schemas.openxmlformats.org/officeDocument/2006/relationships/slide" Target="slides/slide4.xml"/><Relationship Id="rId36" Type="http://schemas.openxmlformats.org/officeDocument/2006/relationships/font" Target="fonts/RobotoMedium-regular.fntdata"/><Relationship Id="rId17" Type="http://schemas.openxmlformats.org/officeDocument/2006/relationships/slide" Target="slides/slide7.xml"/><Relationship Id="rId39" Type="http://schemas.openxmlformats.org/officeDocument/2006/relationships/font" Target="fonts/RobotoMedium-boldItalic.fntdata"/><Relationship Id="rId16" Type="http://schemas.openxmlformats.org/officeDocument/2006/relationships/slide" Target="slides/slide6.xml"/><Relationship Id="rId38" Type="http://schemas.openxmlformats.org/officeDocument/2006/relationships/font" Target="fonts/RobotoMedium-italic.fntdata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3455d0ca1_0_0:notes"/>
          <p:cNvSpPr/>
          <p:nvPr>
            <p:ph idx="2" type="sldImg"/>
          </p:nvPr>
        </p:nvSpPr>
        <p:spPr>
          <a:xfrm>
            <a:off x="381397" y="685800"/>
            <a:ext cx="609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65" name="Google Shape;65;g393455d0c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/>
              <a:t>Drag Picture and Send to Back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93455d0ca1_0_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57342b12d_4_23:notes"/>
          <p:cNvSpPr/>
          <p:nvPr>
            <p:ph idx="2" type="sldImg"/>
          </p:nvPr>
        </p:nvSpPr>
        <p:spPr>
          <a:xfrm>
            <a:off x="381397" y="685800"/>
            <a:ext cx="609520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75" name="Google Shape;75;g3b57342b12d_4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b57342b12d_4_2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14e2afae_0_10:notes"/>
          <p:cNvSpPr/>
          <p:nvPr>
            <p:ph idx="2" type="sldImg"/>
          </p:nvPr>
        </p:nvSpPr>
        <p:spPr>
          <a:xfrm>
            <a:off x="381397" y="685800"/>
            <a:ext cx="609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96" name="Google Shape;96;g3b614e2afa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/>
              <a:t>Drag Picture and Send to Back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b614e2afae_0_1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3455d0ca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93455d0ca1_0_23:notes"/>
          <p:cNvSpPr/>
          <p:nvPr>
            <p:ph idx="2" type="sldImg"/>
          </p:nvPr>
        </p:nvSpPr>
        <p:spPr>
          <a:xfrm>
            <a:off x="381397" y="685800"/>
            <a:ext cx="609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614e2afae_0_0:notes"/>
          <p:cNvSpPr/>
          <p:nvPr>
            <p:ph idx="2" type="sldImg"/>
          </p:nvPr>
        </p:nvSpPr>
        <p:spPr>
          <a:xfrm>
            <a:off x="381397" y="685800"/>
            <a:ext cx="609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18" name="Google Shape;118;g3b614e2af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b614e2afae_0_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61882fda6_1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En conjunto, todas las ventajas anteriores contribuyen a una mejor gestión de los recursos.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Al separar la carga habitual de los picos temporales, se reduce la sobrecarga en los sistemas locales y se aprovecha la infraestructura de forma más eficiente, mejorando el rendimiento general y evitando el desperdicio de recursos.</a:t>
            </a:r>
            <a:endParaRPr/>
          </a:p>
        </p:txBody>
      </p:sp>
      <p:sp>
        <p:nvSpPr>
          <p:cNvPr id="126" name="Google Shape;126;g3b61882fda6_1_765:notes"/>
          <p:cNvSpPr/>
          <p:nvPr>
            <p:ph idx="2" type="sldImg"/>
          </p:nvPr>
        </p:nvSpPr>
        <p:spPr>
          <a:xfrm>
            <a:off x="381397" y="685800"/>
            <a:ext cx="609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3455d0ca1_5_4:notes"/>
          <p:cNvSpPr/>
          <p:nvPr>
            <p:ph idx="2" type="sldImg"/>
          </p:nvPr>
        </p:nvSpPr>
        <p:spPr>
          <a:xfrm>
            <a:off x="381397" y="685800"/>
            <a:ext cx="609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48" name="Google Shape;148;g393455d0ca1_5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93455d0ca1_5_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3455d0ca1_7_0:notes"/>
          <p:cNvSpPr/>
          <p:nvPr>
            <p:ph idx="2" type="sldImg"/>
          </p:nvPr>
        </p:nvSpPr>
        <p:spPr>
          <a:xfrm>
            <a:off x="381397" y="685800"/>
            <a:ext cx="609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59" name="Google Shape;159;g393455d0ca1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93455d0ca1_7_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57342b12d_4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b57342b12d_4_111:notes"/>
          <p:cNvSpPr/>
          <p:nvPr>
            <p:ph idx="2" type="sldImg"/>
          </p:nvPr>
        </p:nvSpPr>
        <p:spPr>
          <a:xfrm>
            <a:off x="381397" y="685800"/>
            <a:ext cx="609520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3455d0ca1_7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93455d0ca1_7_76:notes"/>
          <p:cNvSpPr/>
          <p:nvPr>
            <p:ph idx="2" type="sldImg"/>
          </p:nvPr>
        </p:nvSpPr>
        <p:spPr>
          <a:xfrm>
            <a:off x="381397" y="685800"/>
            <a:ext cx="609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3455d0ca1_7_14:notes"/>
          <p:cNvSpPr/>
          <p:nvPr>
            <p:ph idx="2" type="sldImg"/>
          </p:nvPr>
        </p:nvSpPr>
        <p:spPr>
          <a:xfrm>
            <a:off x="381397" y="685800"/>
            <a:ext cx="609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09" name="Google Shape;209;g393455d0ca1_7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93455d0ca1_7_1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57342b12d_4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b57342b12d_4_142:notes"/>
          <p:cNvSpPr/>
          <p:nvPr>
            <p:ph idx="2" type="sldImg"/>
          </p:nvPr>
        </p:nvSpPr>
        <p:spPr>
          <a:xfrm>
            <a:off x="381397" y="685800"/>
            <a:ext cx="609520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b57342b12d_4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b57342b12d_4_155:notes"/>
          <p:cNvSpPr/>
          <p:nvPr>
            <p:ph idx="2" type="sldImg"/>
          </p:nvPr>
        </p:nvSpPr>
        <p:spPr>
          <a:xfrm>
            <a:off x="381397" y="685800"/>
            <a:ext cx="609520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b57342b12d_4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b57342b12d_4_166:notes"/>
          <p:cNvSpPr/>
          <p:nvPr>
            <p:ph idx="2" type="sldImg"/>
          </p:nvPr>
        </p:nvSpPr>
        <p:spPr>
          <a:xfrm>
            <a:off x="381397" y="685800"/>
            <a:ext cx="609520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93455d0ca1_0_16:notes"/>
          <p:cNvSpPr/>
          <p:nvPr>
            <p:ph idx="2" type="sldImg"/>
          </p:nvPr>
        </p:nvSpPr>
        <p:spPr>
          <a:xfrm>
            <a:off x="381397" y="685800"/>
            <a:ext cx="609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68" name="Google Shape;268;g393455d0ca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93455d0ca1_0_1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93455d0ca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93455d0ca1_0_81:notes"/>
          <p:cNvSpPr/>
          <p:nvPr>
            <p:ph idx="2" type="sldImg"/>
          </p:nvPr>
        </p:nvSpPr>
        <p:spPr>
          <a:xfrm>
            <a:off x="381397" y="685800"/>
            <a:ext cx="609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93455d0ca1_0_220:notes"/>
          <p:cNvSpPr/>
          <p:nvPr>
            <p:ph idx="2" type="sldImg"/>
          </p:nvPr>
        </p:nvSpPr>
        <p:spPr>
          <a:xfrm>
            <a:off x="381397" y="685800"/>
            <a:ext cx="609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08" name="Google Shape;308;g393455d0ca1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93455d0ca1_0_22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93455d0ca1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93455d0ca1_0_227:notes"/>
          <p:cNvSpPr/>
          <p:nvPr>
            <p:ph idx="2" type="sldImg"/>
          </p:nvPr>
        </p:nvSpPr>
        <p:spPr>
          <a:xfrm>
            <a:off x="381397" y="685800"/>
            <a:ext cx="609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93455d0ca1_0_210:notes"/>
          <p:cNvSpPr/>
          <p:nvPr>
            <p:ph idx="2" type="sldImg"/>
          </p:nvPr>
        </p:nvSpPr>
        <p:spPr>
          <a:xfrm>
            <a:off x="381397" y="685800"/>
            <a:ext cx="609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29" name="Google Shape;329;g393455d0ca1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93455d0ca1_0_21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193410" y="4536281"/>
            <a:ext cx="34821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>
            <p:ph idx="2" type="pic"/>
          </p:nvPr>
        </p:nvSpPr>
        <p:spPr>
          <a:xfrm>
            <a:off x="0" y="1333501"/>
            <a:ext cx="3830613" cy="2116667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193410" y="4536281"/>
            <a:ext cx="34821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>
            <p:ph idx="2" type="pic"/>
          </p:nvPr>
        </p:nvSpPr>
        <p:spPr>
          <a:xfrm>
            <a:off x="759377" y="1407584"/>
            <a:ext cx="685711" cy="685711"/>
          </a:xfrm>
          <a:prstGeom prst="ellipse">
            <a:avLst/>
          </a:prstGeom>
          <a:noFill/>
          <a:ln>
            <a:noFill/>
          </a:ln>
        </p:spPr>
      </p:sp>
      <p:sp>
        <p:nvSpPr>
          <p:cNvPr id="33" name="Google Shape;33;p6"/>
          <p:cNvSpPr/>
          <p:nvPr>
            <p:ph idx="3" type="pic"/>
          </p:nvPr>
        </p:nvSpPr>
        <p:spPr>
          <a:xfrm>
            <a:off x="3233411" y="1407584"/>
            <a:ext cx="685711" cy="685711"/>
          </a:xfrm>
          <a:prstGeom prst="ellipse">
            <a:avLst/>
          </a:prstGeom>
          <a:noFill/>
          <a:ln>
            <a:noFill/>
          </a:ln>
        </p:spPr>
      </p:sp>
      <p:sp>
        <p:nvSpPr>
          <p:cNvPr id="34" name="Google Shape;34;p6"/>
          <p:cNvSpPr/>
          <p:nvPr>
            <p:ph idx="4" type="pic"/>
          </p:nvPr>
        </p:nvSpPr>
        <p:spPr>
          <a:xfrm>
            <a:off x="5624898" y="1407584"/>
            <a:ext cx="685711" cy="685711"/>
          </a:xfrm>
          <a:prstGeom prst="ellipse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193410" y="4536281"/>
            <a:ext cx="34821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Slide">
  <p:cSld name="4_Title Slid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193410" y="4536281"/>
            <a:ext cx="34821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/>
          <p:nvPr>
            <p:ph idx="2" type="pic"/>
          </p:nvPr>
        </p:nvSpPr>
        <p:spPr>
          <a:xfrm>
            <a:off x="4572595" y="1264803"/>
            <a:ext cx="4571630" cy="2619971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193410" y="4536281"/>
            <a:ext cx="34821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B">
  <p:cSld name="TITLE_AND_BODY_2_1_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/>
          <p:nvPr>
            <p:ph idx="2" type="pic"/>
          </p:nvPr>
        </p:nvSpPr>
        <p:spPr>
          <a:xfrm>
            <a:off x="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2"/>
          <p:cNvSpPr txBox="1"/>
          <p:nvPr>
            <p:ph type="title"/>
          </p:nvPr>
        </p:nvSpPr>
        <p:spPr>
          <a:xfrm>
            <a:off x="5427950" y="289525"/>
            <a:ext cx="3405900" cy="10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427950" y="1565672"/>
            <a:ext cx="34059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23850" lvl="0" marL="457200">
              <a:spcBef>
                <a:spcPts val="300"/>
              </a:spcBef>
              <a:spcAft>
                <a:spcPts val="0"/>
              </a:spcAft>
              <a:buSzPts val="1500"/>
              <a:buChar char="•"/>
              <a:defRPr/>
            </a:lvl1pPr>
            <a:lvl2pPr indent="-311150" lvl="1" marL="914400">
              <a:spcBef>
                <a:spcPts val="300"/>
              </a:spcBef>
              <a:spcAft>
                <a:spcPts val="0"/>
              </a:spcAft>
              <a:buSzPts val="1300"/>
              <a:buChar char="–"/>
              <a:defRPr/>
            </a:lvl2pPr>
            <a:lvl3pPr indent="-298450" lvl="2" marL="1371600"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3pPr>
            <a:lvl4pPr indent="-273050" lvl="3" marL="1828800">
              <a:spcBef>
                <a:spcPts val="100"/>
              </a:spcBef>
              <a:spcAft>
                <a:spcPts val="0"/>
              </a:spcAft>
              <a:buSzPts val="700"/>
              <a:buChar char="–"/>
              <a:defRPr/>
            </a:lvl4pPr>
            <a:lvl5pPr indent="-273050" lvl="4" marL="2286000">
              <a:spcBef>
                <a:spcPts val="100"/>
              </a:spcBef>
              <a:spcAft>
                <a:spcPts val="0"/>
              </a:spcAft>
              <a:buSzPts val="700"/>
              <a:buChar char="»"/>
              <a:defRPr/>
            </a:lvl5pPr>
            <a:lvl6pPr indent="-349250" lvl="5" marL="2743200">
              <a:spcBef>
                <a:spcPts val="4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4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4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40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/>
          <p:nvPr>
            <p:ph idx="2" type="pic"/>
          </p:nvPr>
        </p:nvSpPr>
        <p:spPr>
          <a:xfrm>
            <a:off x="0" y="0"/>
            <a:ext cx="9144000" cy="5238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2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5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2.jpg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22.jpg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1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22.jpg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6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22.jpg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2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8241028" y="4549973"/>
            <a:ext cx="252975" cy="253603"/>
          </a:xfrm>
          <a:prstGeom prst="ellipse">
            <a:avLst/>
          </a:prstGeom>
          <a:solidFill>
            <a:srgbClr val="D53044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GR-MARCA-02-monocromo.jpg" id="7" name="Google Shape;7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35116" y="4405313"/>
            <a:ext cx="1383921" cy="5535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Google Shape;8;p1"/>
          <p:cNvCxnSpPr/>
          <p:nvPr/>
        </p:nvCxnSpPr>
        <p:spPr>
          <a:xfrm>
            <a:off x="2038680" y="4709517"/>
            <a:ext cx="6081516" cy="59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9" name="Google Shape;9;p1"/>
          <p:cNvSpPr txBox="1"/>
          <p:nvPr>
            <p:ph type="title"/>
          </p:nvPr>
        </p:nvSpPr>
        <p:spPr>
          <a:xfrm>
            <a:off x="457140" y="205978"/>
            <a:ext cx="8229719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457140" y="1200150"/>
            <a:ext cx="8229719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32385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115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–"/>
              <a:defRPr b="0" i="0" sz="13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9845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73050" lvl="3" marL="182880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–"/>
              <a:defRPr b="0" i="0" sz="7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73050" lvl="4" marL="228600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»"/>
              <a:defRPr b="0" i="0" sz="7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92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8193410" y="4536281"/>
            <a:ext cx="34821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241028" y="4549973"/>
            <a:ext cx="252975" cy="253603"/>
          </a:xfrm>
          <a:prstGeom prst="ellipse">
            <a:avLst/>
          </a:prstGeom>
          <a:solidFill>
            <a:srgbClr val="D53044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" name="Google Shape;16;p3"/>
          <p:cNvCxnSpPr/>
          <p:nvPr/>
        </p:nvCxnSpPr>
        <p:spPr>
          <a:xfrm>
            <a:off x="2038680" y="4709517"/>
            <a:ext cx="6081516" cy="59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descr="UGR-MARCA-02-monocromo.jpg" id="17" name="Google Shape;17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35116" y="4405313"/>
            <a:ext cx="1383921" cy="553569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/>
          <p:nvPr>
            <p:ph type="title"/>
          </p:nvPr>
        </p:nvSpPr>
        <p:spPr>
          <a:xfrm>
            <a:off x="457140" y="205978"/>
            <a:ext cx="8229719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140" y="1200150"/>
            <a:ext cx="8229719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32385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115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–"/>
              <a:defRPr b="0" i="0" sz="13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9845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73050" lvl="3" marL="182880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–"/>
              <a:defRPr b="0" i="0" sz="7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73050" lvl="4" marL="228600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»"/>
              <a:defRPr b="0" i="0" sz="7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92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193410" y="4536281"/>
            <a:ext cx="34821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8241028" y="4549973"/>
            <a:ext cx="252975" cy="253603"/>
          </a:xfrm>
          <a:prstGeom prst="ellipse">
            <a:avLst/>
          </a:prstGeom>
          <a:solidFill>
            <a:srgbClr val="D53044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26;p5"/>
          <p:cNvCxnSpPr/>
          <p:nvPr/>
        </p:nvCxnSpPr>
        <p:spPr>
          <a:xfrm>
            <a:off x="2038680" y="4709517"/>
            <a:ext cx="6081516" cy="59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descr="UGR-MARCA-02-monocromo.jpg" id="27" name="Google Shape;27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35116" y="4405313"/>
            <a:ext cx="1383921" cy="55356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>
            <p:ph type="title"/>
          </p:nvPr>
        </p:nvSpPr>
        <p:spPr>
          <a:xfrm>
            <a:off x="457140" y="205978"/>
            <a:ext cx="8229719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57140" y="1200150"/>
            <a:ext cx="8229719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32385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115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–"/>
              <a:defRPr b="0" i="0" sz="13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9845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73050" lvl="3" marL="182880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–"/>
              <a:defRPr b="0" i="0" sz="7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73050" lvl="4" marL="228600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»"/>
              <a:defRPr b="0" i="0" sz="7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92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193410" y="4536281"/>
            <a:ext cx="34821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8241028" y="4549973"/>
            <a:ext cx="252975" cy="253603"/>
          </a:xfrm>
          <a:prstGeom prst="ellipse">
            <a:avLst/>
          </a:prstGeom>
          <a:solidFill>
            <a:srgbClr val="D53044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GR-MARCA-02-monocromo.jpg" id="38" name="Google Shape;38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35116" y="4405313"/>
            <a:ext cx="1383921" cy="553569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"/>
          <p:cNvSpPr txBox="1"/>
          <p:nvPr>
            <p:ph type="title"/>
          </p:nvPr>
        </p:nvSpPr>
        <p:spPr>
          <a:xfrm>
            <a:off x="457140" y="205978"/>
            <a:ext cx="8229719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457140" y="1200150"/>
            <a:ext cx="8229719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32385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115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–"/>
              <a:defRPr b="0" i="0" sz="13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9845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73050" lvl="3" marL="182880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–"/>
              <a:defRPr b="0" i="0" sz="7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73050" lvl="4" marL="228600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»"/>
              <a:defRPr b="0" i="0" sz="7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92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193410" y="4536281"/>
            <a:ext cx="34821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8241028" y="4549973"/>
            <a:ext cx="252975" cy="253603"/>
          </a:xfrm>
          <a:prstGeom prst="ellipse">
            <a:avLst/>
          </a:prstGeom>
          <a:solidFill>
            <a:srgbClr val="D53044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46;p9"/>
          <p:cNvCxnSpPr/>
          <p:nvPr/>
        </p:nvCxnSpPr>
        <p:spPr>
          <a:xfrm>
            <a:off x="2038680" y="4709517"/>
            <a:ext cx="6081516" cy="59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descr="UGR-MARCA-02-monocromo.jpg" id="47" name="Google Shape;47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35116" y="4405313"/>
            <a:ext cx="1383921" cy="55356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9"/>
          <p:cNvSpPr txBox="1"/>
          <p:nvPr>
            <p:ph type="title"/>
          </p:nvPr>
        </p:nvSpPr>
        <p:spPr>
          <a:xfrm>
            <a:off x="457140" y="205978"/>
            <a:ext cx="8229719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body"/>
          </p:nvPr>
        </p:nvSpPr>
        <p:spPr>
          <a:xfrm>
            <a:off x="457140" y="1200150"/>
            <a:ext cx="8229719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32385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115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–"/>
              <a:defRPr b="0" i="0" sz="13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9845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73050" lvl="3" marL="182880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–"/>
              <a:defRPr b="0" i="0" sz="7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73050" lvl="4" marL="228600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»"/>
              <a:defRPr b="0" i="0" sz="7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92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8193410" y="4536281"/>
            <a:ext cx="34821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  <a:defRPr b="0" i="0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45714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45714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32385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115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–"/>
              <a:defRPr b="0" i="0" sz="13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9845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73050" lvl="3" marL="182880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–"/>
              <a:defRPr b="0" i="0" sz="7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73050" lvl="4" marL="228600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»"/>
              <a:defRPr b="0" i="0" sz="7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92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  <p:sldLayoutId id="2147483654" r:id="rId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Relationship Id="rId5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/>
        </p:nvSpPr>
        <p:spPr>
          <a:xfrm rot="-5400000">
            <a:off x="1952700" y="-1952550"/>
            <a:ext cx="5238600" cy="9144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63500" dir="5400000" dist="23000">
              <a:srgbClr val="808080">
                <a:alpha val="349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700" y="716000"/>
            <a:ext cx="2959251" cy="16645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2952125" y="1036575"/>
            <a:ext cx="5447700" cy="7155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63500" dir="5400000" dist="23000">
              <a:srgbClr val="80808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 u="sng">
                <a:solidFill>
                  <a:srgbClr val="3A3B39"/>
                </a:solidFill>
                <a:latin typeface="Roboto Medium"/>
                <a:ea typeface="Roboto Medium"/>
                <a:cs typeface="Roboto Medium"/>
                <a:sym typeface="Roboto Medium"/>
              </a:rPr>
              <a:t>UNIVERSIDAD DE GRANADA</a:t>
            </a:r>
            <a:endParaRPr sz="3000" u="sng">
              <a:solidFill>
                <a:srgbClr val="3A3B3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3745625" y="2334750"/>
            <a:ext cx="3860700" cy="5694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63500" dir="5400000" dist="23000">
              <a:srgbClr val="80808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latin typeface="Roboto"/>
                <a:ea typeface="Roboto"/>
                <a:cs typeface="Roboto"/>
                <a:sym typeface="Roboto"/>
              </a:rPr>
              <a:t>PROYECTO: SPAINEASY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666150" y="3441375"/>
            <a:ext cx="4440300" cy="12006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63500" dir="5400000" dist="23000">
              <a:srgbClr val="80808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3A3B39"/>
                </a:solidFill>
                <a:latin typeface="Roboto"/>
                <a:ea typeface="Roboto"/>
                <a:cs typeface="Roboto"/>
                <a:sym typeface="Roboto"/>
              </a:rPr>
              <a:t>BO, CHEN</a:t>
            </a:r>
            <a:endParaRPr sz="2000">
              <a:solidFill>
                <a:srgbClr val="3A3B3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3A3B39"/>
                </a:solidFill>
                <a:latin typeface="Roboto"/>
                <a:ea typeface="Roboto"/>
                <a:cs typeface="Roboto"/>
                <a:sym typeface="Roboto"/>
              </a:rPr>
              <a:t>TAHIR, ANAS</a:t>
            </a:r>
            <a:endParaRPr sz="2000">
              <a:solidFill>
                <a:srgbClr val="3A3B3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3A3B39"/>
                </a:solidFill>
                <a:latin typeface="Roboto"/>
                <a:ea typeface="Roboto"/>
                <a:cs typeface="Roboto"/>
                <a:sym typeface="Roboto"/>
              </a:rPr>
              <a:t>CORDERO, XIMENA </a:t>
            </a:r>
            <a:endParaRPr sz="2000">
              <a:solidFill>
                <a:srgbClr val="3A3B3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8193410" y="4536281"/>
            <a:ext cx="34821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</a:pPr>
            <a:fld id="{00000000-1234-1234-1234-123412341234}" type="slidenum">
              <a:rPr b="0" i="0" lang="es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500"/>
          </a:p>
        </p:txBody>
      </p:sp>
      <p:sp>
        <p:nvSpPr>
          <p:cNvPr id="79" name="Google Shape;79;p15"/>
          <p:cNvSpPr txBox="1"/>
          <p:nvPr/>
        </p:nvSpPr>
        <p:spPr>
          <a:xfrm>
            <a:off x="880352" y="303014"/>
            <a:ext cx="7647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044"/>
              </a:buClr>
              <a:buSzPts val="2500"/>
              <a:buFont typeface="Roboto Black"/>
              <a:buNone/>
            </a:pPr>
            <a:r>
              <a:rPr b="0" i="0" lang="es" sz="2500" u="none">
                <a:solidFill>
                  <a:srgbClr val="D53044"/>
                </a:solidFill>
                <a:latin typeface="Roboto Black"/>
                <a:ea typeface="Roboto Black"/>
                <a:cs typeface="Roboto Black"/>
                <a:sym typeface="Roboto Black"/>
              </a:rPr>
              <a:t>ÍNDICE</a:t>
            </a:r>
            <a:endParaRPr sz="500"/>
          </a:p>
        </p:txBody>
      </p:sp>
      <p:sp>
        <p:nvSpPr>
          <p:cNvPr id="80" name="Google Shape;80;p15"/>
          <p:cNvSpPr txBox="1"/>
          <p:nvPr/>
        </p:nvSpPr>
        <p:spPr>
          <a:xfrm>
            <a:off x="713687" y="389334"/>
            <a:ext cx="75000" cy="451247"/>
          </a:xfrm>
          <a:prstGeom prst="rect">
            <a:avLst/>
          </a:prstGeom>
          <a:solidFill>
            <a:srgbClr val="3A3B39"/>
          </a:solidFill>
          <a:ln>
            <a:noFill/>
          </a:ln>
          <a:effectLst>
            <a:outerShdw blurRad="63500" dir="5400000" dist="23000">
              <a:srgbClr val="808080">
                <a:alpha val="34901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871424" y="677466"/>
            <a:ext cx="7647600" cy="2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None/>
            </a:pPr>
            <a:r>
              <a:rPr lang="es" sz="11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CLOUD BURSTING</a:t>
            </a:r>
            <a:endParaRPr sz="500"/>
          </a:p>
        </p:txBody>
      </p:sp>
      <p:sp>
        <p:nvSpPr>
          <p:cNvPr id="82" name="Google Shape;82;p15"/>
          <p:cNvSpPr txBox="1"/>
          <p:nvPr/>
        </p:nvSpPr>
        <p:spPr>
          <a:xfrm>
            <a:off x="1353089" y="1783447"/>
            <a:ext cx="19674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044"/>
              </a:buClr>
              <a:buSzPts val="1500"/>
              <a:buFont typeface="Roboto Black"/>
              <a:buNone/>
            </a:pPr>
            <a:r>
              <a:rPr lang="es" sz="1500">
                <a:solidFill>
                  <a:srgbClr val="D53044"/>
                </a:solidFill>
                <a:latin typeface="Roboto Black"/>
                <a:ea typeface="Roboto Black"/>
                <a:cs typeface="Roboto Black"/>
                <a:sym typeface="Roboto Black"/>
              </a:rPr>
              <a:t>0. </a:t>
            </a:r>
            <a:r>
              <a:rPr lang="es" sz="1500">
                <a:solidFill>
                  <a:srgbClr val="D53044"/>
                </a:solidFill>
                <a:latin typeface="Roboto Black"/>
                <a:ea typeface="Roboto Black"/>
                <a:cs typeface="Roboto Black"/>
                <a:sym typeface="Roboto Black"/>
              </a:rPr>
              <a:t>Introducción</a:t>
            </a:r>
            <a:endParaRPr sz="500"/>
          </a:p>
        </p:txBody>
      </p:sp>
      <p:sp>
        <p:nvSpPr>
          <p:cNvPr id="83" name="Google Shape;83;p15"/>
          <p:cNvSpPr txBox="1"/>
          <p:nvPr/>
        </p:nvSpPr>
        <p:spPr>
          <a:xfrm>
            <a:off x="3720150" y="1667950"/>
            <a:ext cx="18357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None/>
            </a:pPr>
            <a:r>
              <a:rPr lang="es" sz="1500">
                <a:solidFill>
                  <a:schemeClr val="accent2"/>
                </a:solidFill>
                <a:latin typeface="Roboto Black"/>
                <a:ea typeface="Roboto Black"/>
                <a:cs typeface="Roboto Black"/>
                <a:sym typeface="Roboto Black"/>
              </a:rPr>
              <a:t>1. Tareas y Actividades elegida</a:t>
            </a:r>
            <a:endParaRPr sz="500"/>
          </a:p>
        </p:txBody>
      </p:sp>
      <p:sp>
        <p:nvSpPr>
          <p:cNvPr id="84" name="Google Shape;84;p15"/>
          <p:cNvSpPr txBox="1"/>
          <p:nvPr/>
        </p:nvSpPr>
        <p:spPr>
          <a:xfrm>
            <a:off x="1294993" y="3161999"/>
            <a:ext cx="19668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044"/>
              </a:buClr>
              <a:buSzPts val="1500"/>
              <a:buFont typeface="Roboto Black"/>
              <a:buNone/>
            </a:pPr>
            <a:r>
              <a:rPr b="0" i="0" lang="es" sz="1500" u="none">
                <a:solidFill>
                  <a:schemeClr val="accent2"/>
                </a:solidFill>
                <a:latin typeface="Roboto Black"/>
                <a:ea typeface="Roboto Black"/>
                <a:cs typeface="Roboto Black"/>
                <a:sym typeface="Roboto Black"/>
              </a:rPr>
              <a:t>3. </a:t>
            </a:r>
            <a:r>
              <a:rPr lang="es" sz="1500">
                <a:solidFill>
                  <a:schemeClr val="accent2"/>
                </a:solidFill>
                <a:latin typeface="Roboto Black"/>
                <a:ea typeface="Roboto Black"/>
                <a:cs typeface="Roboto Black"/>
                <a:sym typeface="Roboto Black"/>
              </a:rPr>
              <a:t>Informe de </a:t>
            </a:r>
            <a:r>
              <a:rPr lang="es" sz="1500">
                <a:solidFill>
                  <a:schemeClr val="accent2"/>
                </a:solidFill>
                <a:latin typeface="Roboto Black"/>
                <a:ea typeface="Roboto Black"/>
                <a:cs typeface="Roboto Black"/>
                <a:sym typeface="Roboto Black"/>
              </a:rPr>
              <a:t>evaluación</a:t>
            </a:r>
            <a:endParaRPr sz="500">
              <a:solidFill>
                <a:schemeClr val="accent2"/>
              </a:solidFill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6300675" y="1644725"/>
            <a:ext cx="21510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None/>
            </a:pPr>
            <a:r>
              <a:rPr lang="es" sz="1500">
                <a:solidFill>
                  <a:srgbClr val="D53044"/>
                </a:solidFill>
                <a:latin typeface="Roboto Black"/>
                <a:ea typeface="Roboto Black"/>
                <a:cs typeface="Roboto Black"/>
                <a:sym typeface="Roboto Black"/>
              </a:rPr>
              <a:t>2. </a:t>
            </a:r>
            <a:r>
              <a:rPr lang="es" sz="1500">
                <a:solidFill>
                  <a:srgbClr val="D53044"/>
                </a:solidFill>
                <a:latin typeface="Roboto Black"/>
                <a:ea typeface="Roboto Black"/>
                <a:cs typeface="Roboto Black"/>
                <a:sym typeface="Roboto Black"/>
              </a:rPr>
              <a:t>Observación</a:t>
            </a:r>
            <a:r>
              <a:rPr lang="es" sz="1500">
                <a:solidFill>
                  <a:srgbClr val="D53044"/>
                </a:solidFill>
                <a:latin typeface="Roboto Black"/>
                <a:ea typeface="Roboto Black"/>
                <a:cs typeface="Roboto Black"/>
                <a:sym typeface="Roboto Black"/>
              </a:rPr>
              <a:t> de usuarios</a:t>
            </a:r>
            <a:endParaRPr sz="500">
              <a:solidFill>
                <a:srgbClr val="D53044"/>
              </a:solidFill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3763671" y="3171230"/>
            <a:ext cx="19674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None/>
            </a:pPr>
            <a:r>
              <a:rPr lang="es" sz="1500">
                <a:solidFill>
                  <a:srgbClr val="D53044"/>
                </a:solidFill>
                <a:latin typeface="Roboto Black"/>
                <a:ea typeface="Roboto Black"/>
                <a:cs typeface="Roboto Black"/>
                <a:sym typeface="Roboto Black"/>
              </a:rPr>
              <a:t>4. PaginaWeb</a:t>
            </a:r>
            <a:endParaRPr sz="500"/>
          </a:p>
        </p:txBody>
      </p:sp>
      <p:sp>
        <p:nvSpPr>
          <p:cNvPr id="87" name="Google Shape;87;p15"/>
          <p:cNvSpPr txBox="1"/>
          <p:nvPr/>
        </p:nvSpPr>
        <p:spPr>
          <a:xfrm>
            <a:off x="6232798" y="3125080"/>
            <a:ext cx="1966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None/>
            </a:pPr>
            <a:r>
              <a:rPr lang="es" sz="1500">
                <a:solidFill>
                  <a:schemeClr val="accent2"/>
                </a:solidFill>
                <a:latin typeface="Roboto Black"/>
                <a:ea typeface="Roboto Black"/>
                <a:cs typeface="Roboto Black"/>
                <a:sym typeface="Roboto Black"/>
              </a:rPr>
              <a:t>5. </a:t>
            </a:r>
            <a:r>
              <a:rPr lang="es" sz="1500">
                <a:solidFill>
                  <a:schemeClr val="accent2"/>
                </a:solidFill>
                <a:latin typeface="Roboto Black"/>
                <a:ea typeface="Roboto Black"/>
                <a:cs typeface="Roboto Black"/>
                <a:sym typeface="Roboto Black"/>
              </a:rPr>
              <a:t>Conclusión</a:t>
            </a:r>
            <a:endParaRPr sz="500"/>
          </a:p>
        </p:txBody>
      </p:sp>
      <p:sp>
        <p:nvSpPr>
          <p:cNvPr id="88" name="Google Shape;88;p15"/>
          <p:cNvSpPr/>
          <p:nvPr/>
        </p:nvSpPr>
        <p:spPr>
          <a:xfrm>
            <a:off x="875900" y="1644725"/>
            <a:ext cx="366075" cy="496500"/>
          </a:xfrm>
          <a:custGeom>
            <a:rect b="b" l="l" r="r" t="t"/>
            <a:pathLst>
              <a:path extrusionOk="0" h="533" w="453">
                <a:moveTo>
                  <a:pt x="434" y="186"/>
                </a:moveTo>
                <a:lnTo>
                  <a:pt x="434" y="186"/>
                </a:lnTo>
                <a:cubicBezTo>
                  <a:pt x="151" y="301"/>
                  <a:pt x="266" y="0"/>
                  <a:pt x="44" y="160"/>
                </a:cubicBezTo>
                <a:cubicBezTo>
                  <a:pt x="0" y="178"/>
                  <a:pt x="0" y="178"/>
                  <a:pt x="0" y="178"/>
                </a:cubicBezTo>
                <a:cubicBezTo>
                  <a:pt x="88" y="532"/>
                  <a:pt x="88" y="532"/>
                  <a:pt x="88" y="532"/>
                </a:cubicBezTo>
                <a:cubicBezTo>
                  <a:pt x="141" y="532"/>
                  <a:pt x="141" y="532"/>
                  <a:pt x="141" y="532"/>
                </a:cubicBezTo>
                <a:cubicBezTo>
                  <a:pt x="97" y="355"/>
                  <a:pt x="97" y="355"/>
                  <a:pt x="97" y="355"/>
                </a:cubicBezTo>
                <a:cubicBezTo>
                  <a:pt x="293" y="195"/>
                  <a:pt x="213" y="532"/>
                  <a:pt x="443" y="195"/>
                </a:cubicBezTo>
                <a:cubicBezTo>
                  <a:pt x="452" y="195"/>
                  <a:pt x="443" y="186"/>
                  <a:pt x="434" y="186"/>
                </a:cubicBezTo>
              </a:path>
            </a:pathLst>
          </a:custGeom>
          <a:solidFill>
            <a:srgbClr val="DB342D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5" title="thumbs-up-gri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681" y="3119758"/>
            <a:ext cx="496500" cy="49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5" title="clipboard-gri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5675" y="3086737"/>
            <a:ext cx="496500" cy="49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5" title="lightbulb-gri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50675" y="1644725"/>
            <a:ext cx="496500" cy="49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 title="database-management-roj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55875" y="1586863"/>
            <a:ext cx="635438" cy="635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5" title="challenge-roj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49450" y="3063525"/>
            <a:ext cx="635450" cy="63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/>
        </p:nvSpPr>
        <p:spPr>
          <a:xfrm rot="-5400000">
            <a:off x="1952700" y="-1952550"/>
            <a:ext cx="5238600" cy="9144000"/>
          </a:xfrm>
          <a:prstGeom prst="rect">
            <a:avLst/>
          </a:prstGeom>
          <a:solidFill>
            <a:srgbClr val="2F3A49">
              <a:alpha val="78430"/>
            </a:srgbClr>
          </a:solidFill>
          <a:ln>
            <a:noFill/>
          </a:ln>
          <a:effectLst>
            <a:outerShdw blurRad="63500" dir="5400000" dist="23000">
              <a:srgbClr val="808080">
                <a:alpha val="349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2126675" y="2201994"/>
            <a:ext cx="69516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Roboto Black"/>
              <a:buNone/>
            </a:pPr>
            <a:r>
              <a:rPr lang="es" sz="52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INTRODUCCIÓN</a:t>
            </a:r>
            <a:endParaRPr sz="500"/>
          </a:p>
        </p:txBody>
      </p:sp>
      <p:sp>
        <p:nvSpPr>
          <p:cNvPr id="101" name="Google Shape;101;p16"/>
          <p:cNvSpPr/>
          <p:nvPr/>
        </p:nvSpPr>
        <p:spPr>
          <a:xfrm>
            <a:off x="1070673" y="2071691"/>
            <a:ext cx="773806" cy="1000125"/>
          </a:xfrm>
          <a:custGeom>
            <a:rect b="b" l="l" r="r" t="t"/>
            <a:pathLst>
              <a:path extrusionOk="0" h="533" w="453">
                <a:moveTo>
                  <a:pt x="434" y="186"/>
                </a:moveTo>
                <a:lnTo>
                  <a:pt x="434" y="186"/>
                </a:lnTo>
                <a:cubicBezTo>
                  <a:pt x="151" y="301"/>
                  <a:pt x="266" y="0"/>
                  <a:pt x="44" y="160"/>
                </a:cubicBezTo>
                <a:cubicBezTo>
                  <a:pt x="0" y="178"/>
                  <a:pt x="0" y="178"/>
                  <a:pt x="0" y="178"/>
                </a:cubicBezTo>
                <a:cubicBezTo>
                  <a:pt x="88" y="532"/>
                  <a:pt x="88" y="532"/>
                  <a:pt x="88" y="532"/>
                </a:cubicBezTo>
                <a:cubicBezTo>
                  <a:pt x="141" y="532"/>
                  <a:pt x="141" y="532"/>
                  <a:pt x="141" y="532"/>
                </a:cubicBezTo>
                <a:cubicBezTo>
                  <a:pt x="97" y="355"/>
                  <a:pt x="97" y="355"/>
                  <a:pt x="97" y="355"/>
                </a:cubicBezTo>
                <a:cubicBezTo>
                  <a:pt x="293" y="195"/>
                  <a:pt x="213" y="532"/>
                  <a:pt x="443" y="195"/>
                </a:cubicBezTo>
                <a:cubicBezTo>
                  <a:pt x="452" y="195"/>
                  <a:pt x="443" y="186"/>
                  <a:pt x="434" y="18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/>
        </p:nvSpPr>
        <p:spPr>
          <a:xfrm>
            <a:off x="8193410" y="4536281"/>
            <a:ext cx="348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</a:pPr>
            <a:fld id="{00000000-1234-1234-1234-123412341234}" type="slidenum">
              <a:rPr b="0" i="0" lang="es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500"/>
          </a:p>
        </p:txBody>
      </p:sp>
      <p:sp>
        <p:nvSpPr>
          <p:cNvPr id="107" name="Google Shape;107;p17"/>
          <p:cNvSpPr txBox="1"/>
          <p:nvPr/>
        </p:nvSpPr>
        <p:spPr>
          <a:xfrm>
            <a:off x="713687" y="1209675"/>
            <a:ext cx="24489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044"/>
              </a:buClr>
              <a:buSzPts val="1500"/>
              <a:buFont typeface="Roboto"/>
              <a:buNone/>
            </a:pPr>
            <a:r>
              <a:rPr b="1" lang="es" sz="1500">
                <a:solidFill>
                  <a:srgbClr val="D53044"/>
                </a:solidFill>
                <a:latin typeface="Roboto"/>
                <a:ea typeface="Roboto"/>
                <a:cs typeface="Roboto"/>
                <a:sym typeface="Roboto"/>
              </a:rPr>
              <a:t>PROBLEMA</a:t>
            </a:r>
            <a:endParaRPr sz="500"/>
          </a:p>
        </p:txBody>
      </p:sp>
      <p:sp>
        <p:nvSpPr>
          <p:cNvPr id="108" name="Google Shape;108;p17"/>
          <p:cNvSpPr txBox="1"/>
          <p:nvPr/>
        </p:nvSpPr>
        <p:spPr>
          <a:xfrm>
            <a:off x="713675" y="1557925"/>
            <a:ext cx="32730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None/>
            </a:pPr>
            <a:r>
              <a:rPr lang="es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Al llegar a España, los estudiantes internacionales deben realizar varios trámites en poco tiempo, pero la información suele estar dispersa, poco clara y no adaptada a cada situación personal.</a:t>
            </a:r>
            <a:endParaRPr sz="500"/>
          </a:p>
        </p:txBody>
      </p:sp>
      <p:sp>
        <p:nvSpPr>
          <p:cNvPr id="109" name="Google Shape;109;p17"/>
          <p:cNvSpPr txBox="1"/>
          <p:nvPr/>
        </p:nvSpPr>
        <p:spPr>
          <a:xfrm>
            <a:off x="880352" y="303609"/>
            <a:ext cx="7647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044"/>
              </a:buClr>
              <a:buSzPts val="2500"/>
              <a:buFont typeface="Roboto Black"/>
              <a:buNone/>
            </a:pPr>
            <a:r>
              <a:rPr lang="es" sz="2500">
                <a:solidFill>
                  <a:srgbClr val="D53044"/>
                </a:solidFill>
                <a:latin typeface="Roboto Black"/>
                <a:ea typeface="Roboto Black"/>
                <a:cs typeface="Roboto Black"/>
                <a:sym typeface="Roboto Black"/>
              </a:rPr>
              <a:t>INTRODUCCIÓN</a:t>
            </a:r>
            <a:endParaRPr sz="500"/>
          </a:p>
        </p:txBody>
      </p:sp>
      <p:sp>
        <p:nvSpPr>
          <p:cNvPr id="110" name="Google Shape;110;p17"/>
          <p:cNvSpPr txBox="1"/>
          <p:nvPr/>
        </p:nvSpPr>
        <p:spPr>
          <a:xfrm>
            <a:off x="713687" y="389930"/>
            <a:ext cx="75000" cy="451800"/>
          </a:xfrm>
          <a:prstGeom prst="rect">
            <a:avLst/>
          </a:prstGeom>
          <a:solidFill>
            <a:srgbClr val="3A3B39"/>
          </a:solidFill>
          <a:ln>
            <a:noFill/>
          </a:ln>
          <a:effectLst>
            <a:outerShdw blurRad="63500" dir="5400000" dist="23000">
              <a:srgbClr val="808080">
                <a:alpha val="349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871424" y="678061"/>
            <a:ext cx="7647600" cy="2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PROYECTO: SPAINEASY</a:t>
            </a:r>
            <a:endParaRPr sz="500"/>
          </a:p>
        </p:txBody>
      </p:sp>
      <p:sp>
        <p:nvSpPr>
          <p:cNvPr id="112" name="Google Shape;112;p17"/>
          <p:cNvSpPr/>
          <p:nvPr/>
        </p:nvSpPr>
        <p:spPr>
          <a:xfrm>
            <a:off x="4264264" y="2300883"/>
            <a:ext cx="637497" cy="428625"/>
          </a:xfrm>
          <a:custGeom>
            <a:rect b="b" l="l" r="r" t="t"/>
            <a:pathLst>
              <a:path extrusionOk="0" h="337" w="497">
                <a:moveTo>
                  <a:pt x="203" y="257"/>
                </a:moveTo>
                <a:lnTo>
                  <a:pt x="203" y="257"/>
                </a:lnTo>
                <a:cubicBezTo>
                  <a:pt x="186" y="283"/>
                  <a:pt x="194" y="310"/>
                  <a:pt x="221" y="327"/>
                </a:cubicBezTo>
                <a:cubicBezTo>
                  <a:pt x="239" y="336"/>
                  <a:pt x="266" y="336"/>
                  <a:pt x="283" y="310"/>
                </a:cubicBezTo>
                <a:cubicBezTo>
                  <a:pt x="301" y="274"/>
                  <a:pt x="407" y="9"/>
                  <a:pt x="398" y="9"/>
                </a:cubicBezTo>
                <a:cubicBezTo>
                  <a:pt x="389" y="0"/>
                  <a:pt x="221" y="230"/>
                  <a:pt x="203" y="257"/>
                </a:cubicBezTo>
                <a:close/>
                <a:moveTo>
                  <a:pt x="248" y="71"/>
                </a:moveTo>
                <a:lnTo>
                  <a:pt x="248" y="71"/>
                </a:lnTo>
                <a:cubicBezTo>
                  <a:pt x="257" y="71"/>
                  <a:pt x="266" y="71"/>
                  <a:pt x="274" y="71"/>
                </a:cubicBezTo>
                <a:cubicBezTo>
                  <a:pt x="292" y="53"/>
                  <a:pt x="301" y="44"/>
                  <a:pt x="310" y="26"/>
                </a:cubicBezTo>
                <a:cubicBezTo>
                  <a:pt x="292" y="17"/>
                  <a:pt x="274" y="17"/>
                  <a:pt x="248" y="17"/>
                </a:cubicBezTo>
                <a:cubicBezTo>
                  <a:pt x="106" y="17"/>
                  <a:pt x="0" y="133"/>
                  <a:pt x="0" y="283"/>
                </a:cubicBezTo>
                <a:cubicBezTo>
                  <a:pt x="0" y="292"/>
                  <a:pt x="0" y="301"/>
                  <a:pt x="0" y="310"/>
                </a:cubicBezTo>
                <a:cubicBezTo>
                  <a:pt x="0" y="327"/>
                  <a:pt x="17" y="336"/>
                  <a:pt x="26" y="336"/>
                </a:cubicBezTo>
                <a:cubicBezTo>
                  <a:pt x="44" y="336"/>
                  <a:pt x="53" y="319"/>
                  <a:pt x="53" y="310"/>
                </a:cubicBezTo>
                <a:cubicBezTo>
                  <a:pt x="53" y="301"/>
                  <a:pt x="53" y="292"/>
                  <a:pt x="53" y="283"/>
                </a:cubicBezTo>
                <a:cubicBezTo>
                  <a:pt x="53" y="160"/>
                  <a:pt x="132" y="71"/>
                  <a:pt x="248" y="71"/>
                </a:cubicBezTo>
                <a:close/>
                <a:moveTo>
                  <a:pt x="425" y="98"/>
                </a:moveTo>
                <a:lnTo>
                  <a:pt x="425" y="98"/>
                </a:lnTo>
                <a:cubicBezTo>
                  <a:pt x="416" y="115"/>
                  <a:pt x="416" y="133"/>
                  <a:pt x="407" y="151"/>
                </a:cubicBezTo>
                <a:cubicBezTo>
                  <a:pt x="433" y="186"/>
                  <a:pt x="442" y="239"/>
                  <a:pt x="442" y="283"/>
                </a:cubicBezTo>
                <a:cubicBezTo>
                  <a:pt x="442" y="292"/>
                  <a:pt x="442" y="301"/>
                  <a:pt x="442" y="310"/>
                </a:cubicBezTo>
                <a:cubicBezTo>
                  <a:pt x="442" y="319"/>
                  <a:pt x="451" y="336"/>
                  <a:pt x="469" y="336"/>
                </a:cubicBezTo>
                <a:lnTo>
                  <a:pt x="469" y="336"/>
                </a:lnTo>
                <a:cubicBezTo>
                  <a:pt x="478" y="336"/>
                  <a:pt x="496" y="327"/>
                  <a:pt x="496" y="310"/>
                </a:cubicBezTo>
                <a:cubicBezTo>
                  <a:pt x="496" y="301"/>
                  <a:pt x="496" y="292"/>
                  <a:pt x="496" y="283"/>
                </a:cubicBezTo>
                <a:cubicBezTo>
                  <a:pt x="496" y="213"/>
                  <a:pt x="469" y="151"/>
                  <a:pt x="425" y="9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713687" y="2729500"/>
            <a:ext cx="24489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044"/>
              </a:buClr>
              <a:buSzPts val="1500"/>
              <a:buFont typeface="Roboto"/>
              <a:buNone/>
            </a:pPr>
            <a:r>
              <a:rPr b="1" lang="es" sz="1500">
                <a:solidFill>
                  <a:srgbClr val="D53044"/>
                </a:solidFill>
                <a:latin typeface="Roboto"/>
                <a:ea typeface="Roboto"/>
                <a:cs typeface="Roboto"/>
                <a:sym typeface="Roboto"/>
              </a:rPr>
              <a:t>SOLUCIÓN</a:t>
            </a:r>
            <a:endParaRPr sz="500"/>
          </a:p>
        </p:txBody>
      </p:sp>
      <p:sp>
        <p:nvSpPr>
          <p:cNvPr id="114" name="Google Shape;114;p17"/>
          <p:cNvSpPr txBox="1"/>
          <p:nvPr/>
        </p:nvSpPr>
        <p:spPr>
          <a:xfrm>
            <a:off x="751177" y="3098100"/>
            <a:ext cx="31980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None/>
            </a:pPr>
            <a:r>
              <a:rPr lang="es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SpainEasy es una aplicación móvil que organiza esos primeros pasos y guía al estudiante con una ruta clara de trámites. </a:t>
            </a:r>
            <a:r>
              <a:rPr lang="es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Además</a:t>
            </a:r>
            <a:r>
              <a:rPr lang="es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de apoyo profesional y de la comunidad.</a:t>
            </a:r>
            <a:endParaRPr sz="500"/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0910" y="303611"/>
            <a:ext cx="2637760" cy="3956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/>
        </p:nvSpPr>
        <p:spPr>
          <a:xfrm rot="-5400000">
            <a:off x="1952700" y="-1952550"/>
            <a:ext cx="5238600" cy="9144000"/>
          </a:xfrm>
          <a:prstGeom prst="rect">
            <a:avLst/>
          </a:prstGeom>
          <a:solidFill>
            <a:srgbClr val="2F3A49">
              <a:alpha val="78430"/>
            </a:srgbClr>
          </a:solidFill>
          <a:ln>
            <a:noFill/>
          </a:ln>
          <a:effectLst>
            <a:outerShdw blurRad="63500" dir="5400000" dist="23000">
              <a:srgbClr val="808080">
                <a:alpha val="349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1670550" y="1727000"/>
            <a:ext cx="5802900" cy="20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Roboto Black"/>
              <a:buNone/>
            </a:pPr>
            <a:r>
              <a:rPr lang="es" sz="4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1.</a:t>
            </a:r>
            <a:r>
              <a:rPr lang="es" sz="39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Tareas y Actividades elegidas</a:t>
            </a:r>
            <a:endParaRPr sz="39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Roboto Black"/>
              <a:buNone/>
            </a:pPr>
            <a:r>
              <a:t/>
            </a:r>
            <a:endParaRPr sz="52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123" name="Google Shape;123;p18" title="lightbul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4150" y="1763163"/>
            <a:ext cx="690476" cy="69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/>
          <p:nvPr/>
        </p:nvSpPr>
        <p:spPr>
          <a:xfrm>
            <a:off x="7417950" y="2285275"/>
            <a:ext cx="1525500" cy="1021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5614417" y="2285275"/>
            <a:ext cx="1525500" cy="1021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3803325" y="2302263"/>
            <a:ext cx="1525500" cy="1021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2065281" y="2285275"/>
            <a:ext cx="1525500" cy="1021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381475" y="2308700"/>
            <a:ext cx="1525500" cy="1021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7817140" y="1502868"/>
            <a:ext cx="624300" cy="624000"/>
          </a:xfrm>
          <a:prstGeom prst="ellipse">
            <a:avLst/>
          </a:prstGeom>
          <a:solidFill>
            <a:srgbClr val="7C8185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324993" y="2540424"/>
            <a:ext cx="15999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b="1" lang="es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Solicitar ayuda presencial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2022859" y="2547787"/>
            <a:ext cx="15999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b="1" lang="es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Usar el chatbot básico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3774724" y="2404246"/>
            <a:ext cx="15999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b="1" lang="es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Consultar información sobre trámites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2516309" y="1502851"/>
            <a:ext cx="624300" cy="624000"/>
          </a:xfrm>
          <a:prstGeom prst="ellipse">
            <a:avLst/>
          </a:prstGeom>
          <a:solidFill>
            <a:srgbClr val="7C8185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7370679" y="2520664"/>
            <a:ext cx="15999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b="1" lang="es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Finalizar 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b="1" lang="es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sesión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5572672" y="2511640"/>
            <a:ext cx="15999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b="1" lang="es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Registrar un nuevo usuario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6059083" y="1502855"/>
            <a:ext cx="621900" cy="622200"/>
          </a:xfrm>
          <a:prstGeom prst="ellipse">
            <a:avLst/>
          </a:prstGeom>
          <a:solidFill>
            <a:srgbClr val="7C8185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713687" y="389334"/>
            <a:ext cx="75000" cy="451200"/>
          </a:xfrm>
          <a:prstGeom prst="rect">
            <a:avLst/>
          </a:prstGeom>
          <a:solidFill>
            <a:srgbClr val="3A3B39"/>
          </a:solidFill>
          <a:ln>
            <a:noFill/>
          </a:ln>
          <a:effectLst>
            <a:outerShdw blurRad="63500" dir="5400000" dist="23000">
              <a:srgbClr val="808080">
                <a:alpha val="349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8193410" y="4536281"/>
            <a:ext cx="348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</a:pPr>
            <a:fld id="{00000000-1234-1234-1234-123412341234}" type="slidenum">
              <a:rPr b="0" i="0" lang="es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500"/>
          </a:p>
        </p:txBody>
      </p:sp>
      <p:sp>
        <p:nvSpPr>
          <p:cNvPr id="143" name="Google Shape;143;p19"/>
          <p:cNvSpPr/>
          <p:nvPr/>
        </p:nvSpPr>
        <p:spPr>
          <a:xfrm>
            <a:off x="789279" y="1490380"/>
            <a:ext cx="621900" cy="621600"/>
          </a:xfrm>
          <a:prstGeom prst="ellipse">
            <a:avLst/>
          </a:prstGeom>
          <a:solidFill>
            <a:srgbClr val="7C8185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0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4284390" y="1481057"/>
            <a:ext cx="621900" cy="622200"/>
          </a:xfrm>
          <a:prstGeom prst="ellipse">
            <a:avLst/>
          </a:prstGeom>
          <a:solidFill>
            <a:srgbClr val="7C8185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902327" y="390734"/>
            <a:ext cx="7647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044"/>
              </a:buClr>
              <a:buSzPts val="2500"/>
              <a:buFont typeface="Roboto Black"/>
              <a:buNone/>
            </a:pPr>
            <a:r>
              <a:rPr lang="es" sz="2500">
                <a:solidFill>
                  <a:srgbClr val="D53044"/>
                </a:solidFill>
                <a:latin typeface="Roboto Black"/>
                <a:ea typeface="Roboto Black"/>
                <a:cs typeface="Roboto Black"/>
                <a:sym typeface="Roboto Black"/>
              </a:rPr>
              <a:t>Las tareas elegidas</a:t>
            </a:r>
            <a:endParaRPr sz="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/>
        </p:nvSpPr>
        <p:spPr>
          <a:xfrm>
            <a:off x="8193410" y="4536281"/>
            <a:ext cx="348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</a:pPr>
            <a:fld id="{00000000-1234-1234-1234-123412341234}" type="slidenum">
              <a:rPr b="0" i="0" lang="es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500"/>
          </a:p>
        </p:txBody>
      </p:sp>
      <p:sp>
        <p:nvSpPr>
          <p:cNvPr id="152" name="Google Shape;152;p20"/>
          <p:cNvSpPr txBox="1"/>
          <p:nvPr/>
        </p:nvSpPr>
        <p:spPr>
          <a:xfrm>
            <a:off x="884250" y="911650"/>
            <a:ext cx="7375500" cy="26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None/>
            </a:pPr>
            <a:r>
              <a:rPr lang="es" sz="1800"/>
              <a:t>Elegimos estas cinco tareas porque:</a:t>
            </a:r>
            <a:endParaRPr sz="1800"/>
          </a:p>
          <a:p>
            <a:pPr indent="-3429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 sz="1800"/>
              <a:t>Son acciones que los usuarios hacen muchas veces en Spain Easy. </a:t>
            </a:r>
            <a:endParaRPr sz="1800"/>
          </a:p>
          <a:p>
            <a:pPr indent="-3429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 sz="1800"/>
              <a:t>Son acciones muy básicas, así que nos ayudan a ver si la app es fácil de usar. </a:t>
            </a:r>
            <a:endParaRPr sz="1800"/>
          </a:p>
          <a:p>
            <a:pPr indent="-3429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 sz="1800"/>
              <a:t>Cada tarea está en una parte diferente de la aplicación, y eso nos permite revisar varias secciones y comprobar que todo sea claro y esté bien organizado.</a:t>
            </a:r>
            <a:endParaRPr sz="2000"/>
          </a:p>
        </p:txBody>
      </p:sp>
      <p:sp>
        <p:nvSpPr>
          <p:cNvPr id="153" name="Google Shape;153;p20"/>
          <p:cNvSpPr txBox="1"/>
          <p:nvPr/>
        </p:nvSpPr>
        <p:spPr>
          <a:xfrm>
            <a:off x="0" y="3796903"/>
            <a:ext cx="9144000" cy="561300"/>
          </a:xfrm>
          <a:prstGeom prst="rect">
            <a:avLst/>
          </a:prstGeom>
          <a:solidFill>
            <a:srgbClr val="D53044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880352" y="317301"/>
            <a:ext cx="76470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044"/>
              </a:buClr>
              <a:buSzPts val="2500"/>
              <a:buFont typeface="Roboto Black"/>
              <a:buNone/>
            </a:pPr>
            <a:r>
              <a:t/>
            </a:r>
            <a:endParaRPr sz="500"/>
          </a:p>
        </p:txBody>
      </p:sp>
      <p:sp>
        <p:nvSpPr>
          <p:cNvPr id="155" name="Google Shape;155;p20"/>
          <p:cNvSpPr txBox="1"/>
          <p:nvPr/>
        </p:nvSpPr>
        <p:spPr>
          <a:xfrm>
            <a:off x="713687" y="280860"/>
            <a:ext cx="75000" cy="451200"/>
          </a:xfrm>
          <a:prstGeom prst="rect">
            <a:avLst/>
          </a:prstGeom>
          <a:solidFill>
            <a:srgbClr val="3A3B39"/>
          </a:solidFill>
          <a:ln>
            <a:noFill/>
          </a:ln>
          <a:effectLst>
            <a:outerShdw blurRad="63500" dir="5400000" dist="23000">
              <a:srgbClr val="808080">
                <a:alpha val="349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902327" y="282260"/>
            <a:ext cx="7647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044"/>
              </a:buClr>
              <a:buSzPts val="2500"/>
              <a:buFont typeface="Roboto Black"/>
              <a:buNone/>
            </a:pPr>
            <a:r>
              <a:rPr lang="es" sz="2500">
                <a:solidFill>
                  <a:srgbClr val="D53044"/>
                </a:solidFill>
                <a:latin typeface="Roboto Black"/>
                <a:ea typeface="Roboto Black"/>
                <a:cs typeface="Roboto Black"/>
                <a:sym typeface="Roboto Black"/>
              </a:rPr>
              <a:t> Por qué elegimos estas tareas ?</a:t>
            </a:r>
            <a:endParaRPr sz="500"/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/>
        </p:nvSpPr>
        <p:spPr>
          <a:xfrm rot="-5400000">
            <a:off x="1952700" y="-1952550"/>
            <a:ext cx="5238600" cy="9144000"/>
          </a:xfrm>
          <a:prstGeom prst="rect">
            <a:avLst/>
          </a:prstGeom>
          <a:solidFill>
            <a:srgbClr val="2F3A49">
              <a:alpha val="78430"/>
            </a:srgbClr>
          </a:solidFill>
          <a:ln>
            <a:noFill/>
          </a:ln>
          <a:effectLst>
            <a:outerShdw blurRad="63500" dir="5400000" dist="23000">
              <a:srgbClr val="808080">
                <a:alpha val="349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1"/>
          <p:cNvSpPr txBox="1"/>
          <p:nvPr/>
        </p:nvSpPr>
        <p:spPr>
          <a:xfrm>
            <a:off x="2126675" y="1801794"/>
            <a:ext cx="69516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Roboto Black"/>
              <a:buNone/>
            </a:pPr>
            <a:r>
              <a:rPr lang="es" sz="52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2</a:t>
            </a:r>
            <a:r>
              <a:rPr lang="es" sz="52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. </a:t>
            </a:r>
            <a:r>
              <a:rPr lang="es" sz="52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Observación</a:t>
            </a:r>
            <a:endParaRPr sz="500"/>
          </a:p>
        </p:txBody>
      </p:sp>
      <p:pic>
        <p:nvPicPr>
          <p:cNvPr id="164" name="Google Shape;164;p21" title="lightbul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4150" y="2274213"/>
            <a:ext cx="690476" cy="69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/>
          <p:nvPr/>
        </p:nvSpPr>
        <p:spPr>
          <a:xfrm>
            <a:off x="1028566" y="1675805"/>
            <a:ext cx="2105346" cy="2428875"/>
          </a:xfrm>
          <a:custGeom>
            <a:rect b="b" l="l" r="r" t="t"/>
            <a:pathLst>
              <a:path extrusionOk="0" h="21600" w="21600">
                <a:moveTo>
                  <a:pt x="0" y="19956"/>
                </a:moveTo>
                <a:lnTo>
                  <a:pt x="0" y="1644"/>
                </a:lnTo>
                <a:cubicBezTo>
                  <a:pt x="0" y="736"/>
                  <a:pt x="934" y="0"/>
                  <a:pt x="2087" y="0"/>
                </a:cubicBezTo>
                <a:lnTo>
                  <a:pt x="19513" y="0"/>
                </a:lnTo>
                <a:cubicBezTo>
                  <a:pt x="20666" y="0"/>
                  <a:pt x="21600" y="736"/>
                  <a:pt x="21600" y="1644"/>
                </a:cubicBezTo>
                <a:lnTo>
                  <a:pt x="21600" y="19956"/>
                </a:lnTo>
                <a:cubicBezTo>
                  <a:pt x="21600" y="20864"/>
                  <a:pt x="20666" y="21600"/>
                  <a:pt x="19513" y="21600"/>
                </a:cubicBezTo>
                <a:lnTo>
                  <a:pt x="2087" y="21600"/>
                </a:lnTo>
                <a:cubicBezTo>
                  <a:pt x="934" y="21600"/>
                  <a:pt x="0" y="20864"/>
                  <a:pt x="0" y="19956"/>
                </a:cubicBezTo>
                <a:close/>
                <a:moveTo>
                  <a:pt x="0" y="19956"/>
                </a:move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3414863" y="1637705"/>
            <a:ext cx="2104751" cy="2428875"/>
          </a:xfrm>
          <a:custGeom>
            <a:rect b="b" l="l" r="r" t="t"/>
            <a:pathLst>
              <a:path extrusionOk="0" h="21600" w="21600">
                <a:moveTo>
                  <a:pt x="0" y="19956"/>
                </a:moveTo>
                <a:lnTo>
                  <a:pt x="0" y="1644"/>
                </a:lnTo>
                <a:cubicBezTo>
                  <a:pt x="0" y="736"/>
                  <a:pt x="934" y="0"/>
                  <a:pt x="2087" y="0"/>
                </a:cubicBezTo>
                <a:lnTo>
                  <a:pt x="19513" y="0"/>
                </a:lnTo>
                <a:cubicBezTo>
                  <a:pt x="20666" y="0"/>
                  <a:pt x="21600" y="736"/>
                  <a:pt x="21600" y="1644"/>
                </a:cubicBezTo>
                <a:lnTo>
                  <a:pt x="21600" y="19956"/>
                </a:lnTo>
                <a:cubicBezTo>
                  <a:pt x="21600" y="20864"/>
                  <a:pt x="20666" y="21600"/>
                  <a:pt x="19513" y="21600"/>
                </a:cubicBezTo>
                <a:lnTo>
                  <a:pt x="2087" y="21600"/>
                </a:lnTo>
                <a:cubicBezTo>
                  <a:pt x="934" y="21600"/>
                  <a:pt x="0" y="20864"/>
                  <a:pt x="0" y="19956"/>
                </a:cubicBezTo>
                <a:close/>
                <a:moveTo>
                  <a:pt x="0" y="19956"/>
                </a:move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2"/>
          <p:cNvSpPr/>
          <p:nvPr/>
        </p:nvSpPr>
        <p:spPr>
          <a:xfrm>
            <a:off x="5833898" y="1637705"/>
            <a:ext cx="2105346" cy="2428875"/>
          </a:xfrm>
          <a:custGeom>
            <a:rect b="b" l="l" r="r" t="t"/>
            <a:pathLst>
              <a:path extrusionOk="0" h="21600" w="21600">
                <a:moveTo>
                  <a:pt x="0" y="19956"/>
                </a:moveTo>
                <a:lnTo>
                  <a:pt x="0" y="1644"/>
                </a:lnTo>
                <a:cubicBezTo>
                  <a:pt x="0" y="736"/>
                  <a:pt x="934" y="0"/>
                  <a:pt x="2087" y="0"/>
                </a:cubicBezTo>
                <a:lnTo>
                  <a:pt x="19513" y="0"/>
                </a:lnTo>
                <a:cubicBezTo>
                  <a:pt x="20666" y="0"/>
                  <a:pt x="21600" y="736"/>
                  <a:pt x="21600" y="1644"/>
                </a:cubicBezTo>
                <a:lnTo>
                  <a:pt x="21600" y="19956"/>
                </a:lnTo>
                <a:cubicBezTo>
                  <a:pt x="21600" y="20864"/>
                  <a:pt x="20666" y="21600"/>
                  <a:pt x="19513" y="21600"/>
                </a:cubicBezTo>
                <a:lnTo>
                  <a:pt x="2087" y="21600"/>
                </a:lnTo>
                <a:cubicBezTo>
                  <a:pt x="934" y="21600"/>
                  <a:pt x="0" y="20864"/>
                  <a:pt x="0" y="19956"/>
                </a:cubicBezTo>
                <a:close/>
                <a:moveTo>
                  <a:pt x="0" y="19956"/>
                </a:moveTo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8521979" y="4622601"/>
            <a:ext cx="165475" cy="1791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Light"/>
              <a:buNone/>
            </a:pPr>
            <a:r>
              <a:rPr b="0" i="0" lang="es" sz="1200" u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10</a:t>
            </a:r>
            <a:endParaRPr sz="500"/>
          </a:p>
        </p:txBody>
      </p:sp>
      <p:sp>
        <p:nvSpPr>
          <p:cNvPr id="173" name="Google Shape;173;p22"/>
          <p:cNvSpPr txBox="1"/>
          <p:nvPr/>
        </p:nvSpPr>
        <p:spPr>
          <a:xfrm>
            <a:off x="880352" y="303609"/>
            <a:ext cx="76470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044"/>
              </a:buClr>
              <a:buSzPts val="2500"/>
              <a:buFont typeface="Roboto Black"/>
              <a:buNone/>
            </a:pPr>
            <a:r>
              <a:rPr lang="es" sz="3300">
                <a:solidFill>
                  <a:srgbClr val="D53044"/>
                </a:solidFill>
                <a:latin typeface="Roboto Black"/>
                <a:ea typeface="Roboto Black"/>
                <a:cs typeface="Roboto Black"/>
                <a:sym typeface="Roboto Black"/>
              </a:rPr>
              <a:t>Observación</a:t>
            </a:r>
            <a:endParaRPr sz="1300"/>
          </a:p>
        </p:txBody>
      </p:sp>
      <p:sp>
        <p:nvSpPr>
          <p:cNvPr id="174" name="Google Shape;174;p22"/>
          <p:cNvSpPr txBox="1"/>
          <p:nvPr/>
        </p:nvSpPr>
        <p:spPr>
          <a:xfrm>
            <a:off x="713687" y="389930"/>
            <a:ext cx="75000" cy="451842"/>
          </a:xfrm>
          <a:prstGeom prst="rect">
            <a:avLst/>
          </a:prstGeom>
          <a:solidFill>
            <a:srgbClr val="3A3B39"/>
          </a:solidFill>
          <a:ln>
            <a:noFill/>
          </a:ln>
          <a:effectLst>
            <a:outerShdw blurRad="63500" dir="5400000" dist="23000">
              <a:srgbClr val="808080">
                <a:alpha val="34901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8193410" y="4536281"/>
            <a:ext cx="34821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</a:pPr>
            <a:fld id="{00000000-1234-1234-1234-123412341234}" type="slidenum">
              <a:rPr b="0" i="0" lang="es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500"/>
          </a:p>
        </p:txBody>
      </p:sp>
      <p:sp>
        <p:nvSpPr>
          <p:cNvPr id="176" name="Google Shape;176;p22"/>
          <p:cNvSpPr txBox="1"/>
          <p:nvPr/>
        </p:nvSpPr>
        <p:spPr>
          <a:xfrm>
            <a:off x="3305935" y="2043113"/>
            <a:ext cx="671425" cy="103286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300"/>
              <a:buFont typeface="Arial"/>
              <a:buNone/>
            </a:pPr>
            <a:r>
              <a:rPr b="0" i="0" lang="es" sz="63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‘‘</a:t>
            </a:r>
            <a:endParaRPr sz="500"/>
          </a:p>
        </p:txBody>
      </p:sp>
      <p:sp>
        <p:nvSpPr>
          <p:cNvPr id="177" name="Google Shape;177;p22"/>
          <p:cNvSpPr txBox="1"/>
          <p:nvPr/>
        </p:nvSpPr>
        <p:spPr>
          <a:xfrm>
            <a:off x="4969022" y="3051572"/>
            <a:ext cx="671425" cy="103286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300"/>
              <a:buFont typeface="Arial"/>
              <a:buNone/>
            </a:pPr>
            <a:r>
              <a:rPr b="0" i="0" lang="es" sz="63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’’</a:t>
            </a:r>
            <a:endParaRPr sz="500"/>
          </a:p>
        </p:txBody>
      </p:sp>
      <p:sp>
        <p:nvSpPr>
          <p:cNvPr id="178" name="Google Shape;178;p22"/>
          <p:cNvSpPr txBox="1"/>
          <p:nvPr/>
        </p:nvSpPr>
        <p:spPr>
          <a:xfrm>
            <a:off x="1357731" y="2030611"/>
            <a:ext cx="1505400" cy="13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Roboto Light"/>
              <a:buNone/>
            </a:pPr>
            <a:r>
              <a:t/>
            </a:r>
            <a:endParaRPr sz="5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>
              <a:solidFill>
                <a:srgbClr val="7F7F7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7F7F7F"/>
                </a:solidFill>
                <a:latin typeface="Roboto Black"/>
                <a:ea typeface="Roboto Black"/>
                <a:cs typeface="Roboto Black"/>
                <a:sym typeface="Roboto Black"/>
              </a:rPr>
              <a:t>TAHIR, ANAS</a:t>
            </a:r>
            <a:endParaRPr sz="1300">
              <a:solidFill>
                <a:srgbClr val="7F7F7F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Roboto Black"/>
              <a:buNone/>
            </a:pPr>
            <a:r>
              <a:t/>
            </a:r>
            <a:endParaRPr sz="1100">
              <a:solidFill>
                <a:srgbClr val="7F7F7F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7F7F7F"/>
                </a:solidFill>
                <a:latin typeface="Roboto Black"/>
                <a:ea typeface="Roboto Black"/>
                <a:cs typeface="Roboto Black"/>
                <a:sym typeface="Roboto Black"/>
              </a:rPr>
              <a:t>facilitador</a:t>
            </a:r>
            <a:endParaRPr sz="1800">
              <a:solidFill>
                <a:srgbClr val="7F7F7F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7F7F7F"/>
                </a:solidFill>
                <a:latin typeface="Roboto Black"/>
                <a:ea typeface="Roboto Black"/>
                <a:cs typeface="Roboto Black"/>
                <a:sym typeface="Roboto Black"/>
              </a:rPr>
              <a:t>   &amp; usuario</a:t>
            </a:r>
            <a:endParaRPr sz="1800">
              <a:solidFill>
                <a:srgbClr val="7F7F7F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Roboto Black"/>
              <a:buNone/>
            </a:pPr>
            <a:r>
              <a:t/>
            </a:r>
            <a:endParaRPr sz="700">
              <a:solidFill>
                <a:srgbClr val="7F7F7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916066" y="2043113"/>
            <a:ext cx="671425" cy="103286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044"/>
              </a:buClr>
              <a:buSzPts val="6300"/>
              <a:buFont typeface="Arial"/>
              <a:buNone/>
            </a:pPr>
            <a:r>
              <a:rPr b="0" i="0" lang="es" sz="6300" u="none">
                <a:solidFill>
                  <a:srgbClr val="D53044"/>
                </a:solidFill>
                <a:latin typeface="Arial"/>
                <a:ea typeface="Arial"/>
                <a:cs typeface="Arial"/>
                <a:sym typeface="Arial"/>
              </a:rPr>
              <a:t>‘‘</a:t>
            </a:r>
            <a:endParaRPr sz="500"/>
          </a:p>
        </p:txBody>
      </p:sp>
      <p:sp>
        <p:nvSpPr>
          <p:cNvPr id="180" name="Google Shape;180;p22"/>
          <p:cNvSpPr txBox="1"/>
          <p:nvPr/>
        </p:nvSpPr>
        <p:spPr>
          <a:xfrm>
            <a:off x="2579153" y="3051572"/>
            <a:ext cx="670830" cy="103286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044"/>
              </a:buClr>
              <a:buSzPts val="6300"/>
              <a:buFont typeface="Arial"/>
              <a:buNone/>
            </a:pPr>
            <a:r>
              <a:rPr b="0" i="0" lang="es" sz="6300" u="none">
                <a:solidFill>
                  <a:srgbClr val="D53044"/>
                </a:solidFill>
                <a:latin typeface="Arial"/>
                <a:ea typeface="Arial"/>
                <a:cs typeface="Arial"/>
                <a:sym typeface="Arial"/>
              </a:rPr>
              <a:t>’’</a:t>
            </a:r>
            <a:endParaRPr sz="500"/>
          </a:p>
        </p:txBody>
      </p:sp>
      <p:sp>
        <p:nvSpPr>
          <p:cNvPr id="181" name="Google Shape;181;p22"/>
          <p:cNvSpPr txBox="1"/>
          <p:nvPr/>
        </p:nvSpPr>
        <p:spPr>
          <a:xfrm>
            <a:off x="5718422" y="2043113"/>
            <a:ext cx="671425" cy="103286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044"/>
              </a:buClr>
              <a:buSzPts val="6300"/>
              <a:buFont typeface="Arial"/>
              <a:buNone/>
            </a:pPr>
            <a:r>
              <a:rPr b="0" i="0" lang="es" sz="6300" u="none">
                <a:solidFill>
                  <a:srgbClr val="D53044"/>
                </a:solidFill>
                <a:latin typeface="Arial"/>
                <a:ea typeface="Arial"/>
                <a:cs typeface="Arial"/>
                <a:sym typeface="Arial"/>
              </a:rPr>
              <a:t>‘‘</a:t>
            </a:r>
            <a:endParaRPr sz="500"/>
          </a:p>
        </p:txBody>
      </p:sp>
      <p:sp>
        <p:nvSpPr>
          <p:cNvPr id="182" name="Google Shape;182;p22"/>
          <p:cNvSpPr txBox="1"/>
          <p:nvPr/>
        </p:nvSpPr>
        <p:spPr>
          <a:xfrm>
            <a:off x="7380914" y="3051572"/>
            <a:ext cx="671425" cy="103286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044"/>
              </a:buClr>
              <a:buSzPts val="6300"/>
              <a:buFont typeface="Arial"/>
              <a:buNone/>
            </a:pPr>
            <a:r>
              <a:rPr b="0" i="0" lang="es" sz="6300" u="none">
                <a:solidFill>
                  <a:srgbClr val="D53044"/>
                </a:solidFill>
                <a:latin typeface="Arial"/>
                <a:ea typeface="Arial"/>
                <a:cs typeface="Arial"/>
                <a:sym typeface="Arial"/>
              </a:rPr>
              <a:t>’’</a:t>
            </a:r>
            <a:endParaRPr sz="500"/>
          </a:p>
        </p:txBody>
      </p:sp>
      <p:sp>
        <p:nvSpPr>
          <p:cNvPr id="183" name="Google Shape;183;p22"/>
          <p:cNvSpPr/>
          <p:nvPr>
            <p:ph idx="4294967295" type="body"/>
          </p:nvPr>
        </p:nvSpPr>
        <p:spPr>
          <a:xfrm>
            <a:off x="759520" y="1407319"/>
            <a:ext cx="685711" cy="685800"/>
          </a:xfrm>
          <a:prstGeom prst="ellipse">
            <a:avLst/>
          </a:prstGeom>
          <a:solidFill>
            <a:srgbClr val="F8D6D5"/>
          </a:solidFill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-381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84" name="Google Shape;184;p22"/>
          <p:cNvSpPr/>
          <p:nvPr>
            <p:ph idx="4294967295" type="body"/>
          </p:nvPr>
        </p:nvSpPr>
        <p:spPr>
          <a:xfrm>
            <a:off x="3233316" y="1407319"/>
            <a:ext cx="685711" cy="685800"/>
          </a:xfrm>
          <a:prstGeom prst="ellipse">
            <a:avLst/>
          </a:prstGeom>
          <a:solidFill>
            <a:srgbClr val="F8D6D5"/>
          </a:solidFill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-381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85" name="Google Shape;185;p22"/>
          <p:cNvSpPr/>
          <p:nvPr>
            <p:ph idx="4294967295" type="body"/>
          </p:nvPr>
        </p:nvSpPr>
        <p:spPr>
          <a:xfrm>
            <a:off x="5624971" y="1407319"/>
            <a:ext cx="685711" cy="685800"/>
          </a:xfrm>
          <a:prstGeom prst="ellipse">
            <a:avLst/>
          </a:prstGeom>
          <a:solidFill>
            <a:srgbClr val="F8D6D5"/>
          </a:solidFill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-381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3789243" y="2052311"/>
            <a:ext cx="1505400" cy="13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Roboto Light"/>
              <a:buNone/>
            </a:pPr>
            <a:r>
              <a:t/>
            </a:r>
            <a:endParaRPr sz="5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>
              <a:solidFill>
                <a:srgbClr val="7F7F7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7F7F7F"/>
                </a:solidFill>
                <a:latin typeface="Roboto Black"/>
                <a:ea typeface="Roboto Black"/>
                <a:cs typeface="Roboto Black"/>
                <a:sym typeface="Roboto Black"/>
              </a:rPr>
              <a:t>  BO CHEN</a:t>
            </a:r>
            <a:endParaRPr sz="1300">
              <a:solidFill>
                <a:srgbClr val="7F7F7F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Roboto Black"/>
              <a:buNone/>
            </a:pPr>
            <a:r>
              <a:t/>
            </a:r>
            <a:endParaRPr sz="1100">
              <a:solidFill>
                <a:srgbClr val="7F7F7F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7F7F7F"/>
                </a:solidFill>
                <a:latin typeface="Roboto Black"/>
                <a:ea typeface="Roboto Black"/>
                <a:cs typeface="Roboto Black"/>
                <a:sym typeface="Roboto Black"/>
              </a:rPr>
              <a:t>Observador</a:t>
            </a:r>
            <a:endParaRPr sz="1800">
              <a:solidFill>
                <a:srgbClr val="7F7F7F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7F7F7F"/>
                </a:solidFill>
                <a:latin typeface="Roboto Black"/>
                <a:ea typeface="Roboto Black"/>
                <a:cs typeface="Roboto Black"/>
                <a:sym typeface="Roboto Black"/>
              </a:rPr>
              <a:t> &amp; usuario</a:t>
            </a:r>
            <a:endParaRPr sz="1800">
              <a:solidFill>
                <a:srgbClr val="7F7F7F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Roboto Black"/>
              <a:buNone/>
            </a:pPr>
            <a:r>
              <a:t/>
            </a:r>
            <a:endParaRPr sz="700">
              <a:solidFill>
                <a:srgbClr val="7F7F7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6310675" y="2030600"/>
            <a:ext cx="15054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Roboto Light"/>
              <a:buNone/>
            </a:pPr>
            <a:r>
              <a:t/>
            </a:r>
            <a:endParaRPr sz="5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>
              <a:solidFill>
                <a:srgbClr val="7F7F7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7F7F7F"/>
                </a:solidFill>
                <a:latin typeface="Roboto Black"/>
                <a:ea typeface="Roboto Black"/>
                <a:cs typeface="Roboto Black"/>
                <a:sym typeface="Roboto Black"/>
              </a:rPr>
              <a:t>CORDERO, XIMENA</a:t>
            </a:r>
            <a:endParaRPr sz="1300">
              <a:solidFill>
                <a:srgbClr val="7F7F7F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Roboto Black"/>
              <a:buNone/>
            </a:pPr>
            <a:r>
              <a:t/>
            </a:r>
            <a:endParaRPr sz="1100">
              <a:solidFill>
                <a:srgbClr val="7F7F7F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7F7F7F"/>
                </a:solidFill>
                <a:latin typeface="Roboto Black"/>
                <a:ea typeface="Roboto Black"/>
                <a:cs typeface="Roboto Black"/>
                <a:sym typeface="Roboto Black"/>
              </a:rPr>
              <a:t>    U</a:t>
            </a:r>
            <a:r>
              <a:rPr lang="es" sz="1800">
                <a:solidFill>
                  <a:srgbClr val="7F7F7F"/>
                </a:solidFill>
                <a:latin typeface="Roboto Black"/>
                <a:ea typeface="Roboto Black"/>
                <a:cs typeface="Roboto Black"/>
                <a:sym typeface="Roboto Black"/>
              </a:rPr>
              <a:t>suario</a:t>
            </a:r>
            <a:endParaRPr sz="1800">
              <a:solidFill>
                <a:srgbClr val="7F7F7F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Roboto Black"/>
              <a:buNone/>
            </a:pPr>
            <a:r>
              <a:t/>
            </a:r>
            <a:endParaRPr sz="700">
              <a:solidFill>
                <a:srgbClr val="7F7F7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/>
        </p:nvSpPr>
        <p:spPr>
          <a:xfrm>
            <a:off x="8193410" y="4536281"/>
            <a:ext cx="348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</a:pPr>
            <a:fld id="{00000000-1234-1234-1234-123412341234}" type="slidenum">
              <a:rPr b="0" i="0" lang="es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500"/>
          </a:p>
        </p:txBody>
      </p:sp>
      <p:sp>
        <p:nvSpPr>
          <p:cNvPr id="193" name="Google Shape;193;p23"/>
          <p:cNvSpPr/>
          <p:nvPr/>
        </p:nvSpPr>
        <p:spPr>
          <a:xfrm>
            <a:off x="951186" y="1581745"/>
            <a:ext cx="327379" cy="235744"/>
          </a:xfrm>
          <a:custGeom>
            <a:rect b="b" l="l" r="r" t="t"/>
            <a:pathLst>
              <a:path extrusionOk="0" h="265" w="368">
                <a:moveTo>
                  <a:pt x="298" y="94"/>
                </a:moveTo>
                <a:cubicBezTo>
                  <a:pt x="293" y="41"/>
                  <a:pt x="250" y="0"/>
                  <a:pt x="196" y="0"/>
                </a:cubicBezTo>
                <a:cubicBezTo>
                  <a:pt x="154" y="0"/>
                  <a:pt x="118" y="25"/>
                  <a:pt x="102" y="60"/>
                </a:cubicBezTo>
                <a:cubicBezTo>
                  <a:pt x="97" y="59"/>
                  <a:pt x="92" y="58"/>
                  <a:pt x="86" y="58"/>
                </a:cubicBezTo>
                <a:cubicBezTo>
                  <a:pt x="58" y="58"/>
                  <a:pt x="35" y="81"/>
                  <a:pt x="35" y="109"/>
                </a:cubicBezTo>
                <a:cubicBezTo>
                  <a:pt x="35" y="115"/>
                  <a:pt x="36" y="120"/>
                  <a:pt x="37" y="126"/>
                </a:cubicBezTo>
                <a:cubicBezTo>
                  <a:pt x="15" y="139"/>
                  <a:pt x="0" y="162"/>
                  <a:pt x="0" y="190"/>
                </a:cubicBezTo>
                <a:cubicBezTo>
                  <a:pt x="0" y="231"/>
                  <a:pt x="34" y="265"/>
                  <a:pt x="75" y="265"/>
                </a:cubicBezTo>
                <a:cubicBezTo>
                  <a:pt x="75" y="265"/>
                  <a:pt x="75" y="265"/>
                  <a:pt x="75" y="265"/>
                </a:cubicBezTo>
                <a:cubicBezTo>
                  <a:pt x="282" y="265"/>
                  <a:pt x="282" y="265"/>
                  <a:pt x="282" y="265"/>
                </a:cubicBezTo>
                <a:cubicBezTo>
                  <a:pt x="282" y="265"/>
                  <a:pt x="282" y="265"/>
                  <a:pt x="282" y="265"/>
                </a:cubicBezTo>
                <a:cubicBezTo>
                  <a:pt x="330" y="265"/>
                  <a:pt x="368" y="226"/>
                  <a:pt x="368" y="178"/>
                </a:cubicBezTo>
                <a:cubicBezTo>
                  <a:pt x="368" y="136"/>
                  <a:pt x="338" y="101"/>
                  <a:pt x="298" y="94"/>
                </a:cubicBezTo>
                <a:close/>
                <a:moveTo>
                  <a:pt x="282" y="242"/>
                </a:moveTo>
                <a:cubicBezTo>
                  <a:pt x="282" y="242"/>
                  <a:pt x="282" y="242"/>
                  <a:pt x="282" y="242"/>
                </a:cubicBezTo>
                <a:cubicBezTo>
                  <a:pt x="75" y="242"/>
                  <a:pt x="75" y="242"/>
                  <a:pt x="75" y="242"/>
                </a:cubicBezTo>
                <a:cubicBezTo>
                  <a:pt x="46" y="242"/>
                  <a:pt x="23" y="219"/>
                  <a:pt x="23" y="190"/>
                </a:cubicBezTo>
                <a:cubicBezTo>
                  <a:pt x="23" y="172"/>
                  <a:pt x="33" y="155"/>
                  <a:pt x="49" y="145"/>
                </a:cubicBezTo>
                <a:cubicBezTo>
                  <a:pt x="65" y="136"/>
                  <a:pt x="66" y="135"/>
                  <a:pt x="59" y="118"/>
                </a:cubicBezTo>
                <a:cubicBezTo>
                  <a:pt x="58" y="115"/>
                  <a:pt x="58" y="112"/>
                  <a:pt x="58" y="109"/>
                </a:cubicBezTo>
                <a:cubicBezTo>
                  <a:pt x="58" y="94"/>
                  <a:pt x="70" y="81"/>
                  <a:pt x="86" y="81"/>
                </a:cubicBezTo>
                <a:cubicBezTo>
                  <a:pt x="86" y="81"/>
                  <a:pt x="94" y="80"/>
                  <a:pt x="102" y="83"/>
                </a:cubicBezTo>
                <a:cubicBezTo>
                  <a:pt x="115" y="89"/>
                  <a:pt x="117" y="83"/>
                  <a:pt x="123" y="70"/>
                </a:cubicBezTo>
                <a:cubicBezTo>
                  <a:pt x="136" y="41"/>
                  <a:pt x="165" y="23"/>
                  <a:pt x="196" y="23"/>
                </a:cubicBezTo>
                <a:cubicBezTo>
                  <a:pt x="237" y="23"/>
                  <a:pt x="271" y="54"/>
                  <a:pt x="275" y="96"/>
                </a:cubicBezTo>
                <a:cubicBezTo>
                  <a:pt x="277" y="112"/>
                  <a:pt x="277" y="112"/>
                  <a:pt x="294" y="116"/>
                </a:cubicBezTo>
                <a:cubicBezTo>
                  <a:pt x="324" y="122"/>
                  <a:pt x="345" y="148"/>
                  <a:pt x="345" y="178"/>
                </a:cubicBezTo>
                <a:cubicBezTo>
                  <a:pt x="345" y="213"/>
                  <a:pt x="317" y="242"/>
                  <a:pt x="282" y="242"/>
                </a:cubicBezTo>
                <a:close/>
              </a:path>
            </a:pathLst>
          </a:custGeom>
          <a:solidFill>
            <a:srgbClr val="D53044"/>
          </a:solidFill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3"/>
          <p:cNvSpPr txBox="1"/>
          <p:nvPr/>
        </p:nvSpPr>
        <p:spPr>
          <a:xfrm>
            <a:off x="1364874" y="1531739"/>
            <a:ext cx="18309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044"/>
              </a:buClr>
              <a:buSzPts val="1600"/>
              <a:buFont typeface="Roboto Black"/>
              <a:buNone/>
            </a:pPr>
            <a:r>
              <a:rPr lang="es" sz="1600">
                <a:solidFill>
                  <a:srgbClr val="D53044"/>
                </a:solidFill>
                <a:latin typeface="Roboto Black"/>
                <a:ea typeface="Roboto Black"/>
                <a:cs typeface="Roboto Black"/>
                <a:sym typeface="Roboto Black"/>
              </a:rPr>
              <a:t>Registrar</a:t>
            </a:r>
            <a:r>
              <a:rPr b="0" i="0" lang="es" sz="1600" u="none">
                <a:solidFill>
                  <a:srgbClr val="D53044"/>
                </a:solidFill>
                <a:latin typeface="Roboto Black"/>
                <a:ea typeface="Roboto Black"/>
                <a:cs typeface="Roboto Black"/>
                <a:sym typeface="Roboto Black"/>
              </a:rPr>
              <a:t> #01</a:t>
            </a:r>
            <a:endParaRPr sz="500"/>
          </a:p>
        </p:txBody>
      </p:sp>
      <p:sp>
        <p:nvSpPr>
          <p:cNvPr id="195" name="Google Shape;195;p23"/>
          <p:cNvSpPr txBox="1"/>
          <p:nvPr/>
        </p:nvSpPr>
        <p:spPr>
          <a:xfrm>
            <a:off x="1278574" y="1952741"/>
            <a:ext cx="18309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None/>
            </a:pPr>
            <a:r>
              <a:rPr b="1"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</a:t>
            </a:r>
            <a:r>
              <a:rPr b="1"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Dificultad 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None/>
            </a:pPr>
            <a:r>
              <a:rPr b="1"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Severidad: 4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None/>
            </a:pPr>
            <a:r>
              <a:rPr b="1"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Importancia: 4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23"/>
          <p:cNvSpPr txBox="1"/>
          <p:nvPr/>
        </p:nvSpPr>
        <p:spPr>
          <a:xfrm>
            <a:off x="1364875" y="2727725"/>
            <a:ext cx="25149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Roboto Black"/>
              <a:buNone/>
            </a:pPr>
            <a:r>
              <a:rPr lang="es" sz="1600">
                <a:solidFill>
                  <a:schemeClr val="accent2"/>
                </a:solidFill>
                <a:latin typeface="Roboto Black"/>
                <a:ea typeface="Roboto Black"/>
                <a:cs typeface="Roboto Black"/>
                <a:sym typeface="Roboto Black"/>
              </a:rPr>
              <a:t>Información</a:t>
            </a:r>
            <a:r>
              <a:rPr b="0" i="0" lang="es" sz="1600" u="none">
                <a:solidFill>
                  <a:schemeClr val="accent2"/>
                </a:solidFill>
                <a:latin typeface="Roboto Black"/>
                <a:ea typeface="Roboto Black"/>
                <a:cs typeface="Roboto Black"/>
                <a:sym typeface="Roboto Black"/>
              </a:rPr>
              <a:t> gratuita#02</a:t>
            </a:r>
            <a:endParaRPr sz="500"/>
          </a:p>
        </p:txBody>
      </p:sp>
      <p:pic>
        <p:nvPicPr>
          <p:cNvPr id="197" name="Google Shape;1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495" y="2775347"/>
            <a:ext cx="313094" cy="24226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3"/>
          <p:cNvSpPr txBox="1"/>
          <p:nvPr/>
        </p:nvSpPr>
        <p:spPr>
          <a:xfrm>
            <a:off x="5551561" y="1531775"/>
            <a:ext cx="1531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044"/>
              </a:buClr>
              <a:buSzPts val="1600"/>
              <a:buFont typeface="Roboto Black"/>
              <a:buNone/>
            </a:pPr>
            <a:r>
              <a:rPr lang="es" sz="1600">
                <a:solidFill>
                  <a:srgbClr val="D53044"/>
                </a:solidFill>
                <a:latin typeface="Roboto Black"/>
                <a:ea typeface="Roboto Black"/>
                <a:cs typeface="Roboto Black"/>
                <a:sym typeface="Roboto Black"/>
              </a:rPr>
              <a:t>Ayuda</a:t>
            </a:r>
            <a:r>
              <a:rPr b="0" i="0" lang="es" sz="1600" u="none">
                <a:solidFill>
                  <a:srgbClr val="D53044"/>
                </a:solidFill>
                <a:latin typeface="Roboto Black"/>
                <a:ea typeface="Roboto Black"/>
                <a:cs typeface="Roboto Black"/>
                <a:sym typeface="Roboto Black"/>
              </a:rPr>
              <a:t>#03</a:t>
            </a:r>
            <a:endParaRPr sz="500"/>
          </a:p>
        </p:txBody>
      </p:sp>
      <p:sp>
        <p:nvSpPr>
          <p:cNvPr id="199" name="Google Shape;199;p23"/>
          <p:cNvSpPr txBox="1"/>
          <p:nvPr/>
        </p:nvSpPr>
        <p:spPr>
          <a:xfrm>
            <a:off x="5917176" y="2727725"/>
            <a:ext cx="19791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185"/>
              </a:buClr>
              <a:buSzPts val="1600"/>
              <a:buFont typeface="Roboto Black"/>
              <a:buNone/>
            </a:pPr>
            <a:r>
              <a:rPr lang="es" sz="1600">
                <a:solidFill>
                  <a:srgbClr val="7C8185"/>
                </a:solidFill>
                <a:latin typeface="Roboto Black"/>
                <a:ea typeface="Roboto Black"/>
                <a:cs typeface="Roboto Black"/>
                <a:sym typeface="Roboto Black"/>
              </a:rPr>
              <a:t>Cerrar Session</a:t>
            </a:r>
            <a:r>
              <a:rPr b="0" i="0" lang="es" sz="1600" u="none">
                <a:solidFill>
                  <a:srgbClr val="7C8185"/>
                </a:solidFill>
                <a:latin typeface="Roboto Black"/>
                <a:ea typeface="Roboto Black"/>
                <a:cs typeface="Roboto Black"/>
                <a:sym typeface="Roboto Black"/>
              </a:rPr>
              <a:t> #04</a:t>
            </a:r>
            <a:endParaRPr sz="500"/>
          </a:p>
        </p:txBody>
      </p:sp>
      <p:pic>
        <p:nvPicPr>
          <p:cNvPr id="200" name="Google Shape;20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8405" y="1577603"/>
            <a:ext cx="232737" cy="232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6744" y="2770584"/>
            <a:ext cx="274403" cy="27202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3"/>
          <p:cNvSpPr txBox="1"/>
          <p:nvPr/>
        </p:nvSpPr>
        <p:spPr>
          <a:xfrm>
            <a:off x="962502" y="405214"/>
            <a:ext cx="7647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044"/>
              </a:buClr>
              <a:buSzPts val="2500"/>
              <a:buFont typeface="Roboto Black"/>
              <a:buNone/>
            </a:pPr>
            <a:r>
              <a:rPr lang="es" sz="2500">
                <a:solidFill>
                  <a:srgbClr val="D53044"/>
                </a:solidFill>
                <a:latin typeface="Roboto Black"/>
                <a:ea typeface="Roboto Black"/>
                <a:cs typeface="Roboto Black"/>
                <a:sym typeface="Roboto Black"/>
              </a:rPr>
              <a:t>Observación</a:t>
            </a:r>
            <a:r>
              <a:rPr lang="es" sz="2500">
                <a:solidFill>
                  <a:srgbClr val="D53044"/>
                </a:solidFill>
                <a:latin typeface="Roboto Black"/>
                <a:ea typeface="Roboto Black"/>
                <a:cs typeface="Roboto Black"/>
                <a:sym typeface="Roboto Black"/>
              </a:rPr>
              <a:t> </a:t>
            </a:r>
            <a:endParaRPr sz="500"/>
          </a:p>
        </p:txBody>
      </p:sp>
      <p:sp>
        <p:nvSpPr>
          <p:cNvPr id="203" name="Google Shape;203;p23"/>
          <p:cNvSpPr txBox="1"/>
          <p:nvPr/>
        </p:nvSpPr>
        <p:spPr>
          <a:xfrm>
            <a:off x="713687" y="389334"/>
            <a:ext cx="75000" cy="451200"/>
          </a:xfrm>
          <a:prstGeom prst="rect">
            <a:avLst/>
          </a:prstGeom>
          <a:solidFill>
            <a:srgbClr val="3A3B39"/>
          </a:solidFill>
          <a:ln>
            <a:noFill/>
          </a:ln>
          <a:effectLst>
            <a:outerShdw blurRad="63500" dir="5400000" dist="23000">
              <a:srgbClr val="808080">
                <a:alpha val="349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6090850" y="1952738"/>
            <a:ext cx="12903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None/>
            </a:pPr>
            <a:r>
              <a:rPr b="1"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Succes parcial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None/>
            </a:pPr>
            <a:r>
              <a:rPr b="1"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Severidad: 2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None/>
            </a:pPr>
            <a:r>
              <a:rPr b="1"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Importancia: 5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1278574" y="3148703"/>
            <a:ext cx="18309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None/>
            </a:pPr>
            <a:r>
              <a:rPr b="1"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Succes parcial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None/>
            </a:pPr>
            <a:r>
              <a:rPr b="1"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Severidad: 2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None/>
            </a:pPr>
            <a:r>
              <a:rPr b="1"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Importancia: 5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6090850" y="3148700"/>
            <a:ext cx="12903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None/>
            </a:pPr>
            <a:r>
              <a:rPr b="1"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Succes parcial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None/>
            </a:pPr>
            <a:r>
              <a:rPr b="1"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Severidad: 1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None/>
            </a:pPr>
            <a:r>
              <a:rPr b="1"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Importancia: 4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/>
          <p:nvPr/>
        </p:nvSpPr>
        <p:spPr>
          <a:xfrm rot="-5400000">
            <a:off x="1952700" y="-1952550"/>
            <a:ext cx="5238600" cy="9144000"/>
          </a:xfrm>
          <a:prstGeom prst="rect">
            <a:avLst/>
          </a:prstGeom>
          <a:solidFill>
            <a:srgbClr val="2F3A49">
              <a:alpha val="78430"/>
            </a:srgbClr>
          </a:solidFill>
          <a:ln>
            <a:noFill/>
          </a:ln>
          <a:effectLst>
            <a:outerShdw blurRad="63500" dir="5400000" dist="23000">
              <a:srgbClr val="808080">
                <a:alpha val="349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4"/>
          <p:cNvSpPr txBox="1"/>
          <p:nvPr/>
        </p:nvSpPr>
        <p:spPr>
          <a:xfrm>
            <a:off x="873075" y="1787200"/>
            <a:ext cx="78699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Roboto Black"/>
              <a:buNone/>
            </a:pPr>
            <a:r>
              <a:rPr lang="es" sz="52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3</a:t>
            </a:r>
            <a:r>
              <a:rPr lang="es" sz="52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. Informe de </a:t>
            </a:r>
            <a:r>
              <a:rPr lang="es" sz="52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evaluación</a:t>
            </a:r>
            <a:endParaRPr sz="500"/>
          </a:p>
        </p:txBody>
      </p:sp>
      <p:pic>
        <p:nvPicPr>
          <p:cNvPr id="214" name="Google Shape;214;p24" title="lightbul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4150" y="2274213"/>
            <a:ext cx="690476" cy="69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9" name="Google Shape;219;p25"/>
          <p:cNvCxnSpPr/>
          <p:nvPr/>
        </p:nvCxnSpPr>
        <p:spPr>
          <a:xfrm>
            <a:off x="4576762" y="3808809"/>
            <a:ext cx="0" cy="1360884"/>
          </a:xfrm>
          <a:prstGeom prst="straightConnector1">
            <a:avLst/>
          </a:prstGeom>
          <a:noFill/>
          <a:ln cap="flat" cmpd="sng" w="9525">
            <a:solidFill>
              <a:srgbClr val="A6A6A6"/>
            </a:solidFill>
            <a:prstDash val="solid"/>
            <a:miter lim="800000"/>
            <a:headEnd len="med" w="med" type="oval"/>
            <a:tailEnd len="med" w="med" type="none"/>
          </a:ln>
        </p:spPr>
      </p:cxnSp>
      <p:cxnSp>
        <p:nvCxnSpPr>
          <p:cNvPr id="220" name="Google Shape;220;p25"/>
          <p:cNvCxnSpPr/>
          <p:nvPr/>
        </p:nvCxnSpPr>
        <p:spPr>
          <a:xfrm>
            <a:off x="4576762" y="1867495"/>
            <a:ext cx="0" cy="1251942"/>
          </a:xfrm>
          <a:prstGeom prst="straightConnector1">
            <a:avLst/>
          </a:prstGeom>
          <a:noFill/>
          <a:ln cap="flat" cmpd="sng" w="9525">
            <a:solidFill>
              <a:srgbClr val="A6A6A6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221" name="Google Shape;221;p25"/>
          <p:cNvSpPr txBox="1"/>
          <p:nvPr/>
        </p:nvSpPr>
        <p:spPr>
          <a:xfrm>
            <a:off x="880352" y="303014"/>
            <a:ext cx="7647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044"/>
              </a:buClr>
              <a:buSzPts val="2500"/>
              <a:buFont typeface="Roboto Black"/>
              <a:buNone/>
            </a:pPr>
            <a:r>
              <a:rPr lang="es" sz="2500">
                <a:solidFill>
                  <a:srgbClr val="D53044"/>
                </a:solidFill>
                <a:latin typeface="Roboto Black"/>
                <a:ea typeface="Roboto Black"/>
                <a:cs typeface="Roboto Black"/>
                <a:sym typeface="Roboto Black"/>
              </a:rPr>
              <a:t>Informe de </a:t>
            </a:r>
            <a:r>
              <a:rPr lang="es" sz="2500">
                <a:solidFill>
                  <a:srgbClr val="D53044"/>
                </a:solidFill>
                <a:latin typeface="Roboto Black"/>
                <a:ea typeface="Roboto Black"/>
                <a:cs typeface="Roboto Black"/>
                <a:sym typeface="Roboto Black"/>
              </a:rPr>
              <a:t>evaluación</a:t>
            </a:r>
            <a:endParaRPr sz="500"/>
          </a:p>
        </p:txBody>
      </p:sp>
      <p:sp>
        <p:nvSpPr>
          <p:cNvPr id="222" name="Google Shape;222;p25"/>
          <p:cNvSpPr txBox="1"/>
          <p:nvPr/>
        </p:nvSpPr>
        <p:spPr>
          <a:xfrm>
            <a:off x="713687" y="389334"/>
            <a:ext cx="75000" cy="451247"/>
          </a:xfrm>
          <a:prstGeom prst="rect">
            <a:avLst/>
          </a:prstGeom>
          <a:solidFill>
            <a:srgbClr val="3A3B39"/>
          </a:solidFill>
          <a:ln>
            <a:noFill/>
          </a:ln>
          <a:effectLst>
            <a:outerShdw blurRad="63500" dir="5400000" dist="23000">
              <a:srgbClr val="808080">
                <a:alpha val="34901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5"/>
          <p:cNvSpPr txBox="1"/>
          <p:nvPr/>
        </p:nvSpPr>
        <p:spPr>
          <a:xfrm>
            <a:off x="871425" y="677490"/>
            <a:ext cx="76476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Primer ronda - 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Desarrolladores</a:t>
            </a:r>
            <a:endParaRPr sz="900"/>
          </a:p>
        </p:txBody>
      </p:sp>
      <p:sp>
        <p:nvSpPr>
          <p:cNvPr id="224" name="Google Shape;224;p25"/>
          <p:cNvSpPr/>
          <p:nvPr/>
        </p:nvSpPr>
        <p:spPr>
          <a:xfrm>
            <a:off x="4375572" y="1279922"/>
            <a:ext cx="396427" cy="436364"/>
          </a:xfrm>
          <a:custGeom>
            <a:rect b="b" l="l" r="r" t="t"/>
            <a:pathLst>
              <a:path extrusionOk="0" h="21600" w="21376">
                <a:moveTo>
                  <a:pt x="21036" y="18604"/>
                </a:moveTo>
                <a:cubicBezTo>
                  <a:pt x="21454" y="19261"/>
                  <a:pt x="21486" y="19922"/>
                  <a:pt x="21134" y="20586"/>
                </a:cubicBezTo>
                <a:cubicBezTo>
                  <a:pt x="20969" y="20915"/>
                  <a:pt x="20731" y="21168"/>
                  <a:pt x="20427" y="21338"/>
                </a:cubicBezTo>
                <a:cubicBezTo>
                  <a:pt x="20122" y="21514"/>
                  <a:pt x="19797" y="21599"/>
                  <a:pt x="19455" y="21599"/>
                </a:cubicBezTo>
                <a:lnTo>
                  <a:pt x="1928" y="21599"/>
                </a:lnTo>
                <a:cubicBezTo>
                  <a:pt x="1585" y="21599"/>
                  <a:pt x="1263" y="21514"/>
                  <a:pt x="965" y="21338"/>
                </a:cubicBezTo>
                <a:cubicBezTo>
                  <a:pt x="663" y="21168"/>
                  <a:pt x="425" y="20915"/>
                  <a:pt x="248" y="20586"/>
                </a:cubicBezTo>
                <a:cubicBezTo>
                  <a:pt x="-114" y="19914"/>
                  <a:pt x="-80" y="19250"/>
                  <a:pt x="344" y="18604"/>
                </a:cubicBezTo>
                <a:lnTo>
                  <a:pt x="7509" y="7313"/>
                </a:lnTo>
                <a:lnTo>
                  <a:pt x="7509" y="2167"/>
                </a:lnTo>
                <a:lnTo>
                  <a:pt x="6427" y="2167"/>
                </a:lnTo>
                <a:cubicBezTo>
                  <a:pt x="6122" y="2167"/>
                  <a:pt x="5870" y="2061"/>
                  <a:pt x="5670" y="1850"/>
                </a:cubicBezTo>
                <a:cubicBezTo>
                  <a:pt x="5473" y="1638"/>
                  <a:pt x="5371" y="1380"/>
                  <a:pt x="5371" y="1072"/>
                </a:cubicBezTo>
                <a:cubicBezTo>
                  <a:pt x="5371" y="778"/>
                  <a:pt x="5473" y="528"/>
                  <a:pt x="5670" y="320"/>
                </a:cubicBezTo>
                <a:cubicBezTo>
                  <a:pt x="5870" y="108"/>
                  <a:pt x="6122" y="0"/>
                  <a:pt x="6427" y="0"/>
                </a:cubicBezTo>
                <a:lnTo>
                  <a:pt x="14953" y="0"/>
                </a:lnTo>
                <a:cubicBezTo>
                  <a:pt x="15260" y="0"/>
                  <a:pt x="15515" y="108"/>
                  <a:pt x="15724" y="320"/>
                </a:cubicBezTo>
                <a:cubicBezTo>
                  <a:pt x="15933" y="528"/>
                  <a:pt x="16038" y="778"/>
                  <a:pt x="16038" y="1072"/>
                </a:cubicBezTo>
                <a:cubicBezTo>
                  <a:pt x="16038" y="1380"/>
                  <a:pt x="15933" y="1638"/>
                  <a:pt x="15724" y="1850"/>
                </a:cubicBezTo>
                <a:cubicBezTo>
                  <a:pt x="15515" y="2061"/>
                  <a:pt x="15260" y="2167"/>
                  <a:pt x="14953" y="2167"/>
                </a:cubicBezTo>
                <a:lnTo>
                  <a:pt x="13900" y="2167"/>
                </a:lnTo>
                <a:lnTo>
                  <a:pt x="13900" y="7339"/>
                </a:lnTo>
                <a:lnTo>
                  <a:pt x="21036" y="18604"/>
                </a:lnTo>
                <a:close/>
                <a:moveTo>
                  <a:pt x="5261" y="14865"/>
                </a:moveTo>
                <a:lnTo>
                  <a:pt x="16122" y="14865"/>
                </a:lnTo>
                <a:lnTo>
                  <a:pt x="11773" y="7974"/>
                </a:lnTo>
                <a:lnTo>
                  <a:pt x="11773" y="2167"/>
                </a:lnTo>
                <a:lnTo>
                  <a:pt x="9635" y="2167"/>
                </a:lnTo>
                <a:lnTo>
                  <a:pt x="9635" y="7947"/>
                </a:lnTo>
                <a:lnTo>
                  <a:pt x="5261" y="14865"/>
                </a:lnTo>
                <a:close/>
              </a:path>
            </a:pathLst>
          </a:custGeom>
          <a:solidFill>
            <a:srgbClr val="D53044"/>
          </a:solidFill>
          <a:ln>
            <a:noFill/>
          </a:ln>
        </p:spPr>
        <p:txBody>
          <a:bodyPr anchorCtr="0" anchor="ctr" bIns="38075" lIns="38075" spcFirstLastPara="1" rIns="38075" wrap="square" tIns="38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5"/>
          <p:cNvSpPr txBox="1"/>
          <p:nvPr/>
        </p:nvSpPr>
        <p:spPr>
          <a:xfrm>
            <a:off x="1089501" y="3138425"/>
            <a:ext cx="3064500" cy="6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edium"/>
              <a:buNone/>
            </a:pPr>
            <a:r>
              <a:rPr lang="es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Incompleta de </a:t>
            </a:r>
            <a:r>
              <a:rPr lang="es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funcionalidad</a:t>
            </a:r>
            <a:r>
              <a:rPr lang="es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y enlaces entre vistas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None/>
            </a:pPr>
            <a:r>
              <a:t/>
            </a:r>
            <a:endParaRPr sz="500"/>
          </a:p>
        </p:txBody>
      </p:sp>
      <p:sp>
        <p:nvSpPr>
          <p:cNvPr id="226" name="Google Shape;226;p25"/>
          <p:cNvSpPr/>
          <p:nvPr/>
        </p:nvSpPr>
        <p:spPr>
          <a:xfrm>
            <a:off x="4420215" y="3287316"/>
            <a:ext cx="327974" cy="367903"/>
          </a:xfrm>
          <a:custGeom>
            <a:rect b="b" l="l" r="r" t="t"/>
            <a:pathLst>
              <a:path extrusionOk="0" h="462" w="452">
                <a:moveTo>
                  <a:pt x="275" y="301"/>
                </a:moveTo>
                <a:lnTo>
                  <a:pt x="275" y="301"/>
                </a:lnTo>
                <a:cubicBezTo>
                  <a:pt x="275" y="301"/>
                  <a:pt x="451" y="169"/>
                  <a:pt x="434" y="26"/>
                </a:cubicBezTo>
                <a:lnTo>
                  <a:pt x="434" y="18"/>
                </a:lnTo>
                <a:cubicBezTo>
                  <a:pt x="425" y="18"/>
                  <a:pt x="425" y="18"/>
                  <a:pt x="425" y="18"/>
                </a:cubicBezTo>
                <a:cubicBezTo>
                  <a:pt x="284" y="0"/>
                  <a:pt x="159" y="178"/>
                  <a:pt x="159" y="178"/>
                </a:cubicBezTo>
                <a:cubicBezTo>
                  <a:pt x="53" y="159"/>
                  <a:pt x="62" y="186"/>
                  <a:pt x="9" y="301"/>
                </a:cubicBezTo>
                <a:cubicBezTo>
                  <a:pt x="0" y="328"/>
                  <a:pt x="18" y="328"/>
                  <a:pt x="35" y="328"/>
                </a:cubicBezTo>
                <a:cubicBezTo>
                  <a:pt x="53" y="319"/>
                  <a:pt x="88" y="310"/>
                  <a:pt x="88" y="310"/>
                </a:cubicBezTo>
                <a:cubicBezTo>
                  <a:pt x="151" y="372"/>
                  <a:pt x="151" y="372"/>
                  <a:pt x="151" y="372"/>
                </a:cubicBezTo>
                <a:cubicBezTo>
                  <a:pt x="151" y="372"/>
                  <a:pt x="141" y="407"/>
                  <a:pt x="133" y="425"/>
                </a:cubicBezTo>
                <a:cubicBezTo>
                  <a:pt x="124" y="443"/>
                  <a:pt x="133" y="461"/>
                  <a:pt x="151" y="452"/>
                </a:cubicBezTo>
                <a:cubicBezTo>
                  <a:pt x="266" y="398"/>
                  <a:pt x="292" y="407"/>
                  <a:pt x="275" y="301"/>
                </a:cubicBezTo>
                <a:close/>
                <a:moveTo>
                  <a:pt x="301" y="150"/>
                </a:moveTo>
                <a:lnTo>
                  <a:pt x="301" y="150"/>
                </a:lnTo>
                <a:cubicBezTo>
                  <a:pt x="284" y="133"/>
                  <a:pt x="284" y="115"/>
                  <a:pt x="301" y="97"/>
                </a:cubicBezTo>
                <a:cubicBezTo>
                  <a:pt x="319" y="80"/>
                  <a:pt x="345" y="80"/>
                  <a:pt x="354" y="97"/>
                </a:cubicBezTo>
                <a:cubicBezTo>
                  <a:pt x="372" y="115"/>
                  <a:pt x="372" y="133"/>
                  <a:pt x="354" y="150"/>
                </a:cubicBezTo>
                <a:cubicBezTo>
                  <a:pt x="345" y="169"/>
                  <a:pt x="319" y="169"/>
                  <a:pt x="301" y="15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5"/>
          <p:cNvSpPr txBox="1"/>
          <p:nvPr/>
        </p:nvSpPr>
        <p:spPr>
          <a:xfrm>
            <a:off x="4915025" y="1166400"/>
            <a:ext cx="38907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edium"/>
              <a:buNone/>
            </a:pPr>
            <a:r>
              <a:rPr lang="es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Falta claridad de ayuda personal y </a:t>
            </a:r>
            <a:r>
              <a:rPr lang="es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información</a:t>
            </a:r>
            <a:r>
              <a:rPr lang="es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gratuita</a:t>
            </a:r>
            <a:endParaRPr sz="500"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None/>
            </a:pPr>
            <a:r>
              <a:rPr b="0" i="0" lang="es" sz="900" u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500"/>
          </a:p>
        </p:txBody>
      </p:sp>
      <p:sp>
        <p:nvSpPr>
          <p:cNvPr id="228" name="Google Shape;228;p25"/>
          <p:cNvSpPr txBox="1"/>
          <p:nvPr/>
        </p:nvSpPr>
        <p:spPr>
          <a:xfrm>
            <a:off x="8193410" y="4536281"/>
            <a:ext cx="34821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</a:pPr>
            <a:fld id="{00000000-1234-1234-1234-123412341234}" type="slidenum">
              <a:rPr b="0" i="0" lang="es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500"/>
          </a:p>
        </p:txBody>
      </p:sp>
      <p:pic>
        <p:nvPicPr>
          <p:cNvPr id="229" name="Google Shape;22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5025" y="2337575"/>
            <a:ext cx="1095425" cy="2362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30749" y="2337574"/>
            <a:ext cx="1142362" cy="2392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5" title="捕获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4025" y="1120048"/>
            <a:ext cx="864925" cy="184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5" title="捕获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79150" y="1128800"/>
            <a:ext cx="864925" cy="1823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6"/>
          <p:cNvCxnSpPr/>
          <p:nvPr/>
        </p:nvCxnSpPr>
        <p:spPr>
          <a:xfrm>
            <a:off x="4585095" y="3873698"/>
            <a:ext cx="0" cy="1269801"/>
          </a:xfrm>
          <a:prstGeom prst="straightConnector1">
            <a:avLst/>
          </a:prstGeom>
          <a:noFill/>
          <a:ln cap="flat" cmpd="sng" w="9525">
            <a:solidFill>
              <a:srgbClr val="A6A6A6"/>
            </a:solidFill>
            <a:prstDash val="solid"/>
            <a:miter lim="800000"/>
            <a:headEnd len="med" w="med" type="oval"/>
            <a:tailEnd len="med" w="med" type="none"/>
          </a:ln>
        </p:spPr>
      </p:cxnSp>
      <p:cxnSp>
        <p:nvCxnSpPr>
          <p:cNvPr id="238" name="Google Shape;238;p26"/>
          <p:cNvCxnSpPr/>
          <p:nvPr/>
        </p:nvCxnSpPr>
        <p:spPr>
          <a:xfrm>
            <a:off x="4585095" y="1877616"/>
            <a:ext cx="0" cy="1215628"/>
          </a:xfrm>
          <a:prstGeom prst="straightConnector1">
            <a:avLst/>
          </a:prstGeom>
          <a:noFill/>
          <a:ln cap="flat" cmpd="sng" w="9525">
            <a:solidFill>
              <a:srgbClr val="A6A6A6"/>
            </a:solidFill>
            <a:prstDash val="solid"/>
            <a:miter lim="800000"/>
            <a:headEnd len="med" w="med" type="oval"/>
            <a:tailEnd len="med" w="med" type="oval"/>
          </a:ln>
        </p:spPr>
      </p:cxnSp>
      <p:cxnSp>
        <p:nvCxnSpPr>
          <p:cNvPr id="239" name="Google Shape;239;p26"/>
          <p:cNvCxnSpPr/>
          <p:nvPr/>
        </p:nvCxnSpPr>
        <p:spPr>
          <a:xfrm rot="10800000">
            <a:off x="4577357" y="0"/>
            <a:ext cx="0" cy="1047154"/>
          </a:xfrm>
          <a:prstGeom prst="straightConnector1">
            <a:avLst/>
          </a:prstGeom>
          <a:noFill/>
          <a:ln cap="flat" cmpd="sng" w="9525">
            <a:solidFill>
              <a:srgbClr val="A6A6A6"/>
            </a:solidFill>
            <a:prstDash val="solid"/>
            <a:miter lim="800000"/>
            <a:headEnd len="med" w="med" type="oval"/>
            <a:tailEnd len="med" w="med" type="none"/>
          </a:ln>
        </p:spPr>
      </p:cxnSp>
      <p:sp>
        <p:nvSpPr>
          <p:cNvPr id="240" name="Google Shape;240;p26"/>
          <p:cNvSpPr/>
          <p:nvPr/>
        </p:nvSpPr>
        <p:spPr>
          <a:xfrm>
            <a:off x="4405334" y="1275159"/>
            <a:ext cx="360117" cy="354211"/>
          </a:xfrm>
          <a:custGeom>
            <a:rect b="b" l="l" r="r" t="t"/>
            <a:pathLst>
              <a:path extrusionOk="0" h="444" w="497">
                <a:moveTo>
                  <a:pt x="310" y="336"/>
                </a:moveTo>
                <a:lnTo>
                  <a:pt x="310" y="336"/>
                </a:lnTo>
                <a:cubicBezTo>
                  <a:pt x="248" y="310"/>
                  <a:pt x="221" y="292"/>
                  <a:pt x="221" y="257"/>
                </a:cubicBezTo>
                <a:cubicBezTo>
                  <a:pt x="221" y="230"/>
                  <a:pt x="239" y="239"/>
                  <a:pt x="248" y="195"/>
                </a:cubicBezTo>
                <a:cubicBezTo>
                  <a:pt x="257" y="177"/>
                  <a:pt x="274" y="195"/>
                  <a:pt x="274" y="151"/>
                </a:cubicBezTo>
                <a:cubicBezTo>
                  <a:pt x="274" y="133"/>
                  <a:pt x="266" y="133"/>
                  <a:pt x="266" y="133"/>
                </a:cubicBezTo>
                <a:cubicBezTo>
                  <a:pt x="266" y="133"/>
                  <a:pt x="274" y="106"/>
                  <a:pt x="274" y="89"/>
                </a:cubicBezTo>
                <a:cubicBezTo>
                  <a:pt x="274" y="62"/>
                  <a:pt x="257" y="0"/>
                  <a:pt x="177" y="0"/>
                </a:cubicBezTo>
                <a:cubicBezTo>
                  <a:pt x="88" y="0"/>
                  <a:pt x="70" y="62"/>
                  <a:pt x="70" y="89"/>
                </a:cubicBezTo>
                <a:cubicBezTo>
                  <a:pt x="70" y="106"/>
                  <a:pt x="79" y="133"/>
                  <a:pt x="79" y="133"/>
                </a:cubicBezTo>
                <a:cubicBezTo>
                  <a:pt x="79" y="133"/>
                  <a:pt x="70" y="133"/>
                  <a:pt x="70" y="151"/>
                </a:cubicBezTo>
                <a:cubicBezTo>
                  <a:pt x="70" y="195"/>
                  <a:pt x="88" y="177"/>
                  <a:pt x="97" y="195"/>
                </a:cubicBezTo>
                <a:cubicBezTo>
                  <a:pt x="106" y="239"/>
                  <a:pt x="123" y="230"/>
                  <a:pt x="123" y="257"/>
                </a:cubicBezTo>
                <a:cubicBezTo>
                  <a:pt x="123" y="292"/>
                  <a:pt x="97" y="310"/>
                  <a:pt x="35" y="336"/>
                </a:cubicBezTo>
                <a:cubicBezTo>
                  <a:pt x="35" y="336"/>
                  <a:pt x="17" y="336"/>
                  <a:pt x="0" y="345"/>
                </a:cubicBezTo>
                <a:cubicBezTo>
                  <a:pt x="0" y="443"/>
                  <a:pt x="0" y="443"/>
                  <a:pt x="0" y="443"/>
                </a:cubicBezTo>
                <a:cubicBezTo>
                  <a:pt x="398" y="443"/>
                  <a:pt x="398" y="443"/>
                  <a:pt x="398" y="443"/>
                </a:cubicBezTo>
                <a:cubicBezTo>
                  <a:pt x="398" y="443"/>
                  <a:pt x="398" y="408"/>
                  <a:pt x="398" y="399"/>
                </a:cubicBezTo>
                <a:cubicBezTo>
                  <a:pt x="398" y="381"/>
                  <a:pt x="372" y="354"/>
                  <a:pt x="310" y="336"/>
                </a:cubicBezTo>
                <a:close/>
                <a:moveTo>
                  <a:pt x="425" y="195"/>
                </a:moveTo>
                <a:lnTo>
                  <a:pt x="425" y="195"/>
                </a:lnTo>
                <a:cubicBezTo>
                  <a:pt x="425" y="124"/>
                  <a:pt x="425" y="124"/>
                  <a:pt x="425" y="124"/>
                </a:cubicBezTo>
                <a:cubicBezTo>
                  <a:pt x="372" y="124"/>
                  <a:pt x="372" y="124"/>
                  <a:pt x="372" y="124"/>
                </a:cubicBezTo>
                <a:cubicBezTo>
                  <a:pt x="372" y="195"/>
                  <a:pt x="372" y="195"/>
                  <a:pt x="372" y="195"/>
                </a:cubicBezTo>
                <a:cubicBezTo>
                  <a:pt x="301" y="195"/>
                  <a:pt x="301" y="195"/>
                  <a:pt x="301" y="195"/>
                </a:cubicBezTo>
                <a:cubicBezTo>
                  <a:pt x="301" y="248"/>
                  <a:pt x="301" y="248"/>
                  <a:pt x="301" y="248"/>
                </a:cubicBezTo>
                <a:cubicBezTo>
                  <a:pt x="372" y="248"/>
                  <a:pt x="372" y="248"/>
                  <a:pt x="372" y="248"/>
                </a:cubicBezTo>
                <a:cubicBezTo>
                  <a:pt x="372" y="319"/>
                  <a:pt x="372" y="319"/>
                  <a:pt x="372" y="319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25" y="248"/>
                  <a:pt x="425" y="248"/>
                  <a:pt x="425" y="248"/>
                </a:cubicBezTo>
                <a:cubicBezTo>
                  <a:pt x="496" y="248"/>
                  <a:pt x="496" y="248"/>
                  <a:pt x="496" y="248"/>
                </a:cubicBezTo>
                <a:cubicBezTo>
                  <a:pt x="496" y="195"/>
                  <a:pt x="496" y="195"/>
                  <a:pt x="496" y="195"/>
                </a:cubicBezTo>
                <a:lnTo>
                  <a:pt x="425" y="195"/>
                </a:lnTo>
                <a:close/>
              </a:path>
            </a:pathLst>
          </a:custGeom>
          <a:solidFill>
            <a:srgbClr val="D53044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6"/>
          <p:cNvSpPr/>
          <p:nvPr/>
        </p:nvSpPr>
        <p:spPr>
          <a:xfrm>
            <a:off x="4410096" y="3257550"/>
            <a:ext cx="353570" cy="404813"/>
          </a:xfrm>
          <a:custGeom>
            <a:rect b="b" l="l" r="r" t="t"/>
            <a:pathLst>
              <a:path extrusionOk="0" h="462" w="445">
                <a:moveTo>
                  <a:pt x="400" y="159"/>
                </a:moveTo>
                <a:lnTo>
                  <a:pt x="400" y="159"/>
                </a:lnTo>
                <a:cubicBezTo>
                  <a:pt x="364" y="71"/>
                  <a:pt x="302" y="0"/>
                  <a:pt x="266" y="8"/>
                </a:cubicBezTo>
                <a:cubicBezTo>
                  <a:pt x="213" y="36"/>
                  <a:pt x="302" y="142"/>
                  <a:pt x="36" y="248"/>
                </a:cubicBezTo>
                <a:cubicBezTo>
                  <a:pt x="9" y="257"/>
                  <a:pt x="0" y="292"/>
                  <a:pt x="9" y="319"/>
                </a:cubicBezTo>
                <a:cubicBezTo>
                  <a:pt x="18" y="337"/>
                  <a:pt x="53" y="363"/>
                  <a:pt x="81" y="355"/>
                </a:cubicBezTo>
                <a:lnTo>
                  <a:pt x="98" y="346"/>
                </a:lnTo>
                <a:cubicBezTo>
                  <a:pt x="116" y="372"/>
                  <a:pt x="134" y="355"/>
                  <a:pt x="134" y="372"/>
                </a:cubicBezTo>
                <a:cubicBezTo>
                  <a:pt x="143" y="390"/>
                  <a:pt x="160" y="425"/>
                  <a:pt x="160" y="434"/>
                </a:cubicBezTo>
                <a:cubicBezTo>
                  <a:pt x="169" y="443"/>
                  <a:pt x="178" y="461"/>
                  <a:pt x="187" y="452"/>
                </a:cubicBezTo>
                <a:cubicBezTo>
                  <a:pt x="196" y="452"/>
                  <a:pt x="231" y="443"/>
                  <a:pt x="240" y="434"/>
                </a:cubicBezTo>
                <a:cubicBezTo>
                  <a:pt x="257" y="434"/>
                  <a:pt x="257" y="425"/>
                  <a:pt x="249" y="416"/>
                </a:cubicBezTo>
                <a:cubicBezTo>
                  <a:pt x="249" y="408"/>
                  <a:pt x="231" y="399"/>
                  <a:pt x="231" y="390"/>
                </a:cubicBezTo>
                <a:cubicBezTo>
                  <a:pt x="222" y="381"/>
                  <a:pt x="213" y="346"/>
                  <a:pt x="204" y="337"/>
                </a:cubicBezTo>
                <a:cubicBezTo>
                  <a:pt x="196" y="328"/>
                  <a:pt x="213" y="310"/>
                  <a:pt x="231" y="310"/>
                </a:cubicBezTo>
                <a:cubicBezTo>
                  <a:pt x="355" y="302"/>
                  <a:pt x="373" y="372"/>
                  <a:pt x="417" y="355"/>
                </a:cubicBezTo>
                <a:cubicBezTo>
                  <a:pt x="444" y="346"/>
                  <a:pt x="444" y="248"/>
                  <a:pt x="400" y="159"/>
                </a:cubicBezTo>
                <a:close/>
                <a:moveTo>
                  <a:pt x="390" y="310"/>
                </a:moveTo>
                <a:lnTo>
                  <a:pt x="390" y="310"/>
                </a:lnTo>
                <a:cubicBezTo>
                  <a:pt x="381" y="310"/>
                  <a:pt x="328" y="275"/>
                  <a:pt x="302" y="204"/>
                </a:cubicBezTo>
                <a:cubicBezTo>
                  <a:pt x="275" y="133"/>
                  <a:pt x="275" y="62"/>
                  <a:pt x="284" y="62"/>
                </a:cubicBezTo>
                <a:cubicBezTo>
                  <a:pt x="293" y="62"/>
                  <a:pt x="337" y="106"/>
                  <a:pt x="364" y="177"/>
                </a:cubicBezTo>
                <a:cubicBezTo>
                  <a:pt x="400" y="248"/>
                  <a:pt x="390" y="302"/>
                  <a:pt x="390" y="310"/>
                </a:cubicBezTo>
                <a:close/>
              </a:path>
            </a:pathLst>
          </a:custGeom>
          <a:solidFill>
            <a:srgbClr val="7C8185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6"/>
          <p:cNvSpPr txBox="1"/>
          <p:nvPr/>
        </p:nvSpPr>
        <p:spPr>
          <a:xfrm>
            <a:off x="8193410" y="4536281"/>
            <a:ext cx="34821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</a:pPr>
            <a:fld id="{00000000-1234-1234-1234-123412341234}" type="slidenum">
              <a:rPr b="0" i="0" lang="es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500"/>
          </a:p>
        </p:txBody>
      </p:sp>
      <p:sp>
        <p:nvSpPr>
          <p:cNvPr id="243" name="Google Shape;243;p26"/>
          <p:cNvSpPr txBox="1"/>
          <p:nvPr/>
        </p:nvSpPr>
        <p:spPr>
          <a:xfrm>
            <a:off x="880352" y="303014"/>
            <a:ext cx="7647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044"/>
              </a:buClr>
              <a:buSzPts val="2500"/>
              <a:buFont typeface="Roboto Black"/>
              <a:buNone/>
            </a:pPr>
            <a:r>
              <a:rPr lang="es" sz="2500">
                <a:solidFill>
                  <a:srgbClr val="D53044"/>
                </a:solidFill>
                <a:latin typeface="Roboto Black"/>
                <a:ea typeface="Roboto Black"/>
                <a:cs typeface="Roboto Black"/>
                <a:sym typeface="Roboto Black"/>
              </a:rPr>
              <a:t>Informe de </a:t>
            </a:r>
            <a:r>
              <a:rPr lang="es" sz="2500">
                <a:solidFill>
                  <a:srgbClr val="D53044"/>
                </a:solidFill>
                <a:latin typeface="Roboto Black"/>
                <a:ea typeface="Roboto Black"/>
                <a:cs typeface="Roboto Black"/>
                <a:sym typeface="Roboto Black"/>
              </a:rPr>
              <a:t>evaluación</a:t>
            </a:r>
            <a:endParaRPr sz="500"/>
          </a:p>
        </p:txBody>
      </p:sp>
      <p:sp>
        <p:nvSpPr>
          <p:cNvPr id="244" name="Google Shape;244;p26"/>
          <p:cNvSpPr txBox="1"/>
          <p:nvPr/>
        </p:nvSpPr>
        <p:spPr>
          <a:xfrm>
            <a:off x="871425" y="677490"/>
            <a:ext cx="76476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Segunda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ronda - Futuro usuario</a:t>
            </a:r>
            <a:endParaRPr sz="900"/>
          </a:p>
        </p:txBody>
      </p:sp>
      <p:sp>
        <p:nvSpPr>
          <p:cNvPr id="245" name="Google Shape;245;p26"/>
          <p:cNvSpPr txBox="1"/>
          <p:nvPr/>
        </p:nvSpPr>
        <p:spPr>
          <a:xfrm>
            <a:off x="4915025" y="1197150"/>
            <a:ext cx="3362700" cy="6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edium"/>
              <a:buNone/>
            </a:pPr>
            <a:r>
              <a:rPr lang="es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Proceso de registro - </a:t>
            </a:r>
            <a:r>
              <a:rPr b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Generar primera ruta</a:t>
            </a:r>
            <a:endParaRPr b="1"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None/>
            </a:pPr>
            <a:r>
              <a:t/>
            </a:r>
            <a:endParaRPr sz="500"/>
          </a:p>
        </p:txBody>
      </p:sp>
      <p:sp>
        <p:nvSpPr>
          <p:cNvPr id="246" name="Google Shape;246;p26"/>
          <p:cNvSpPr txBox="1"/>
          <p:nvPr/>
        </p:nvSpPr>
        <p:spPr>
          <a:xfrm>
            <a:off x="880350" y="3332100"/>
            <a:ext cx="34425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Dificultad de leer información en algunas vistas</a:t>
            </a:r>
            <a:endParaRPr sz="16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None/>
            </a:pPr>
            <a:r>
              <a:t/>
            </a:r>
            <a:endParaRPr sz="500"/>
          </a:p>
        </p:txBody>
      </p:sp>
      <p:pic>
        <p:nvPicPr>
          <p:cNvPr id="247" name="Google Shape;247;p26" title="捕获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1857" y="1056538"/>
            <a:ext cx="971243" cy="2087474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6"/>
          <p:cNvSpPr txBox="1"/>
          <p:nvPr/>
        </p:nvSpPr>
        <p:spPr>
          <a:xfrm>
            <a:off x="4989575" y="2016388"/>
            <a:ext cx="26961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-"/>
            </a:pP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Necesidad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-"/>
            </a:pP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Secuencial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-"/>
            </a:pP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Dificultad de entender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26"/>
          <p:cNvSpPr txBox="1"/>
          <p:nvPr/>
        </p:nvSpPr>
        <p:spPr>
          <a:xfrm>
            <a:off x="5067425" y="3398775"/>
            <a:ext cx="23904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-"/>
            </a:pP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Alternativa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-"/>
            </a:pP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Paralela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-"/>
            </a:pP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Mis </a:t>
            </a: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trámites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Google Shape;254;p27"/>
          <p:cNvCxnSpPr/>
          <p:nvPr/>
        </p:nvCxnSpPr>
        <p:spPr>
          <a:xfrm>
            <a:off x="4585095" y="1751409"/>
            <a:ext cx="0" cy="1215628"/>
          </a:xfrm>
          <a:prstGeom prst="straightConnector1">
            <a:avLst/>
          </a:prstGeom>
          <a:noFill/>
          <a:ln cap="flat" cmpd="sng" w="9525">
            <a:solidFill>
              <a:srgbClr val="A6A6A6"/>
            </a:solidFill>
            <a:prstDash val="solid"/>
            <a:miter lim="800000"/>
            <a:headEnd len="med" w="med" type="oval"/>
            <a:tailEnd len="med" w="med" type="oval"/>
          </a:ln>
        </p:spPr>
      </p:cxnSp>
      <p:cxnSp>
        <p:nvCxnSpPr>
          <p:cNvPr id="255" name="Google Shape;255;p27"/>
          <p:cNvCxnSpPr/>
          <p:nvPr/>
        </p:nvCxnSpPr>
        <p:spPr>
          <a:xfrm rot="10800000">
            <a:off x="4577357" y="0"/>
            <a:ext cx="0" cy="1047154"/>
          </a:xfrm>
          <a:prstGeom prst="straightConnector1">
            <a:avLst/>
          </a:prstGeom>
          <a:noFill/>
          <a:ln cap="flat" cmpd="sng" w="9525">
            <a:solidFill>
              <a:srgbClr val="A6A6A6"/>
            </a:solidFill>
            <a:prstDash val="solid"/>
            <a:miter lim="800000"/>
            <a:headEnd len="med" w="med" type="oval"/>
            <a:tailEnd len="med" w="med" type="none"/>
          </a:ln>
        </p:spPr>
      </p:cxnSp>
      <p:sp>
        <p:nvSpPr>
          <p:cNvPr id="256" name="Google Shape;256;p27"/>
          <p:cNvSpPr/>
          <p:nvPr/>
        </p:nvSpPr>
        <p:spPr>
          <a:xfrm>
            <a:off x="4392834" y="1203126"/>
            <a:ext cx="359522" cy="354211"/>
          </a:xfrm>
          <a:custGeom>
            <a:rect b="b" l="l" r="r" t="t"/>
            <a:pathLst>
              <a:path extrusionOk="0" h="445" w="498">
                <a:moveTo>
                  <a:pt x="80" y="151"/>
                </a:moveTo>
                <a:lnTo>
                  <a:pt x="80" y="151"/>
                </a:lnTo>
                <a:cubicBezTo>
                  <a:pt x="97" y="134"/>
                  <a:pt x="116" y="143"/>
                  <a:pt x="142" y="169"/>
                </a:cubicBezTo>
                <a:cubicBezTo>
                  <a:pt x="151" y="178"/>
                  <a:pt x="151" y="169"/>
                  <a:pt x="151" y="169"/>
                </a:cubicBezTo>
                <a:cubicBezTo>
                  <a:pt x="160" y="169"/>
                  <a:pt x="186" y="134"/>
                  <a:pt x="195" y="134"/>
                </a:cubicBezTo>
                <a:cubicBezTo>
                  <a:pt x="195" y="134"/>
                  <a:pt x="195" y="134"/>
                  <a:pt x="195" y="125"/>
                </a:cubicBezTo>
                <a:cubicBezTo>
                  <a:pt x="186" y="125"/>
                  <a:pt x="178" y="116"/>
                  <a:pt x="178" y="107"/>
                </a:cubicBezTo>
                <a:cubicBezTo>
                  <a:pt x="133" y="45"/>
                  <a:pt x="301" y="10"/>
                  <a:pt x="275" y="10"/>
                </a:cubicBezTo>
                <a:cubicBezTo>
                  <a:pt x="257" y="0"/>
                  <a:pt x="204" y="0"/>
                  <a:pt x="195" y="0"/>
                </a:cubicBezTo>
                <a:cubicBezTo>
                  <a:pt x="169" y="10"/>
                  <a:pt x="125" y="36"/>
                  <a:pt x="107" y="54"/>
                </a:cubicBezTo>
                <a:cubicBezTo>
                  <a:pt x="80" y="72"/>
                  <a:pt x="72" y="81"/>
                  <a:pt x="72" y="81"/>
                </a:cubicBezTo>
                <a:cubicBezTo>
                  <a:pt x="62" y="89"/>
                  <a:pt x="72" y="107"/>
                  <a:pt x="53" y="116"/>
                </a:cubicBezTo>
                <a:cubicBezTo>
                  <a:pt x="36" y="125"/>
                  <a:pt x="27" y="116"/>
                  <a:pt x="18" y="125"/>
                </a:cubicBezTo>
                <a:cubicBezTo>
                  <a:pt x="18" y="134"/>
                  <a:pt x="9" y="134"/>
                  <a:pt x="0" y="143"/>
                </a:cubicBezTo>
                <a:lnTo>
                  <a:pt x="0" y="151"/>
                </a:lnTo>
                <a:lnTo>
                  <a:pt x="36" y="187"/>
                </a:lnTo>
                <a:cubicBezTo>
                  <a:pt x="36" y="196"/>
                  <a:pt x="44" y="196"/>
                  <a:pt x="53" y="196"/>
                </a:cubicBezTo>
                <a:cubicBezTo>
                  <a:pt x="53" y="187"/>
                  <a:pt x="62" y="178"/>
                  <a:pt x="72" y="178"/>
                </a:cubicBezTo>
                <a:cubicBezTo>
                  <a:pt x="72" y="178"/>
                  <a:pt x="72" y="151"/>
                  <a:pt x="80" y="151"/>
                </a:cubicBezTo>
                <a:close/>
                <a:moveTo>
                  <a:pt x="222" y="160"/>
                </a:moveTo>
                <a:lnTo>
                  <a:pt x="222" y="160"/>
                </a:lnTo>
                <a:cubicBezTo>
                  <a:pt x="213" y="160"/>
                  <a:pt x="213" y="160"/>
                  <a:pt x="213" y="160"/>
                </a:cubicBezTo>
                <a:cubicBezTo>
                  <a:pt x="178" y="187"/>
                  <a:pt x="178" y="187"/>
                  <a:pt x="178" y="187"/>
                </a:cubicBezTo>
                <a:cubicBezTo>
                  <a:pt x="169" y="196"/>
                  <a:pt x="169" y="196"/>
                  <a:pt x="169" y="204"/>
                </a:cubicBezTo>
                <a:cubicBezTo>
                  <a:pt x="381" y="435"/>
                  <a:pt x="381" y="435"/>
                  <a:pt x="381" y="435"/>
                </a:cubicBezTo>
                <a:cubicBezTo>
                  <a:pt x="381" y="444"/>
                  <a:pt x="391" y="444"/>
                  <a:pt x="399" y="435"/>
                </a:cubicBezTo>
                <a:cubicBezTo>
                  <a:pt x="426" y="417"/>
                  <a:pt x="426" y="417"/>
                  <a:pt x="426" y="417"/>
                </a:cubicBezTo>
                <a:cubicBezTo>
                  <a:pt x="426" y="408"/>
                  <a:pt x="426" y="400"/>
                  <a:pt x="426" y="400"/>
                </a:cubicBezTo>
                <a:lnTo>
                  <a:pt x="222" y="160"/>
                </a:lnTo>
                <a:close/>
                <a:moveTo>
                  <a:pt x="497" y="63"/>
                </a:moveTo>
                <a:lnTo>
                  <a:pt x="497" y="63"/>
                </a:lnTo>
                <a:cubicBezTo>
                  <a:pt x="488" y="45"/>
                  <a:pt x="488" y="54"/>
                  <a:pt x="479" y="54"/>
                </a:cubicBezTo>
                <a:cubicBezTo>
                  <a:pt x="479" y="63"/>
                  <a:pt x="461" y="81"/>
                  <a:pt x="461" y="89"/>
                </a:cubicBezTo>
                <a:cubicBezTo>
                  <a:pt x="452" y="107"/>
                  <a:pt x="435" y="125"/>
                  <a:pt x="408" y="107"/>
                </a:cubicBezTo>
                <a:cubicBezTo>
                  <a:pt x="381" y="81"/>
                  <a:pt x="391" y="72"/>
                  <a:pt x="399" y="63"/>
                </a:cubicBezTo>
                <a:cubicBezTo>
                  <a:pt x="399" y="54"/>
                  <a:pt x="417" y="28"/>
                  <a:pt x="417" y="19"/>
                </a:cubicBezTo>
                <a:cubicBezTo>
                  <a:pt x="426" y="19"/>
                  <a:pt x="417" y="10"/>
                  <a:pt x="408" y="10"/>
                </a:cubicBezTo>
                <a:cubicBezTo>
                  <a:pt x="399" y="19"/>
                  <a:pt x="346" y="36"/>
                  <a:pt x="337" y="72"/>
                </a:cubicBezTo>
                <a:cubicBezTo>
                  <a:pt x="328" y="98"/>
                  <a:pt x="346" y="125"/>
                  <a:pt x="319" y="151"/>
                </a:cubicBezTo>
                <a:cubicBezTo>
                  <a:pt x="284" y="187"/>
                  <a:pt x="284" y="187"/>
                  <a:pt x="284" y="187"/>
                </a:cubicBezTo>
                <a:cubicBezTo>
                  <a:pt x="319" y="231"/>
                  <a:pt x="319" y="231"/>
                  <a:pt x="319" y="231"/>
                </a:cubicBezTo>
                <a:cubicBezTo>
                  <a:pt x="364" y="187"/>
                  <a:pt x="364" y="187"/>
                  <a:pt x="364" y="187"/>
                </a:cubicBezTo>
                <a:cubicBezTo>
                  <a:pt x="372" y="178"/>
                  <a:pt x="391" y="169"/>
                  <a:pt x="408" y="178"/>
                </a:cubicBezTo>
                <a:cubicBezTo>
                  <a:pt x="452" y="187"/>
                  <a:pt x="470" y="169"/>
                  <a:pt x="488" y="143"/>
                </a:cubicBezTo>
                <a:cubicBezTo>
                  <a:pt x="497" y="116"/>
                  <a:pt x="497" y="72"/>
                  <a:pt x="497" y="63"/>
                </a:cubicBezTo>
                <a:close/>
                <a:moveTo>
                  <a:pt x="72" y="400"/>
                </a:moveTo>
                <a:lnTo>
                  <a:pt x="72" y="400"/>
                </a:lnTo>
                <a:cubicBezTo>
                  <a:pt x="62" y="408"/>
                  <a:pt x="62" y="417"/>
                  <a:pt x="72" y="417"/>
                </a:cubicBezTo>
                <a:cubicBezTo>
                  <a:pt x="89" y="444"/>
                  <a:pt x="89" y="444"/>
                  <a:pt x="89" y="444"/>
                </a:cubicBezTo>
                <a:cubicBezTo>
                  <a:pt x="97" y="444"/>
                  <a:pt x="107" y="444"/>
                  <a:pt x="107" y="435"/>
                </a:cubicBezTo>
                <a:cubicBezTo>
                  <a:pt x="231" y="320"/>
                  <a:pt x="231" y="320"/>
                  <a:pt x="231" y="320"/>
                </a:cubicBezTo>
                <a:cubicBezTo>
                  <a:pt x="195" y="275"/>
                  <a:pt x="195" y="275"/>
                  <a:pt x="195" y="275"/>
                </a:cubicBezTo>
                <a:lnTo>
                  <a:pt x="72" y="400"/>
                </a:lnTo>
                <a:close/>
              </a:path>
            </a:pathLst>
          </a:custGeom>
          <a:solidFill>
            <a:srgbClr val="D53044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7"/>
          <p:cNvSpPr/>
          <p:nvPr/>
        </p:nvSpPr>
        <p:spPr>
          <a:xfrm>
            <a:off x="4420215" y="3117056"/>
            <a:ext cx="327974" cy="424458"/>
          </a:xfrm>
          <a:custGeom>
            <a:rect b="b" l="l" r="r" t="t"/>
            <a:pathLst>
              <a:path extrusionOk="0" h="533" w="453">
                <a:moveTo>
                  <a:pt x="434" y="186"/>
                </a:moveTo>
                <a:lnTo>
                  <a:pt x="434" y="186"/>
                </a:lnTo>
                <a:cubicBezTo>
                  <a:pt x="151" y="301"/>
                  <a:pt x="266" y="0"/>
                  <a:pt x="44" y="160"/>
                </a:cubicBezTo>
                <a:cubicBezTo>
                  <a:pt x="0" y="178"/>
                  <a:pt x="0" y="178"/>
                  <a:pt x="0" y="178"/>
                </a:cubicBezTo>
                <a:cubicBezTo>
                  <a:pt x="88" y="532"/>
                  <a:pt x="88" y="532"/>
                  <a:pt x="88" y="532"/>
                </a:cubicBezTo>
                <a:cubicBezTo>
                  <a:pt x="141" y="532"/>
                  <a:pt x="141" y="532"/>
                  <a:pt x="141" y="532"/>
                </a:cubicBezTo>
                <a:cubicBezTo>
                  <a:pt x="97" y="355"/>
                  <a:pt x="97" y="355"/>
                  <a:pt x="97" y="355"/>
                </a:cubicBezTo>
                <a:cubicBezTo>
                  <a:pt x="293" y="195"/>
                  <a:pt x="213" y="532"/>
                  <a:pt x="443" y="195"/>
                </a:cubicBezTo>
                <a:cubicBezTo>
                  <a:pt x="452" y="195"/>
                  <a:pt x="443" y="186"/>
                  <a:pt x="434" y="186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7"/>
          <p:cNvSpPr txBox="1"/>
          <p:nvPr/>
        </p:nvSpPr>
        <p:spPr>
          <a:xfrm>
            <a:off x="8193410" y="4536281"/>
            <a:ext cx="34821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</a:pPr>
            <a:fld id="{00000000-1234-1234-1234-123412341234}" type="slidenum">
              <a:rPr b="0" i="0" lang="es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500"/>
          </a:p>
        </p:txBody>
      </p:sp>
      <p:sp>
        <p:nvSpPr>
          <p:cNvPr id="259" name="Google Shape;259;p27"/>
          <p:cNvSpPr txBox="1"/>
          <p:nvPr/>
        </p:nvSpPr>
        <p:spPr>
          <a:xfrm>
            <a:off x="880352" y="303014"/>
            <a:ext cx="7647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044"/>
              </a:buClr>
              <a:buSzPts val="2500"/>
              <a:buFont typeface="Roboto Black"/>
              <a:buNone/>
            </a:pPr>
            <a:r>
              <a:rPr lang="es" sz="2500">
                <a:solidFill>
                  <a:srgbClr val="D53044"/>
                </a:solidFill>
                <a:latin typeface="Roboto Black"/>
                <a:ea typeface="Roboto Black"/>
                <a:cs typeface="Roboto Black"/>
                <a:sym typeface="Roboto Black"/>
              </a:rPr>
              <a:t>Informe de evaluación</a:t>
            </a:r>
            <a:endParaRPr sz="500"/>
          </a:p>
        </p:txBody>
      </p:sp>
      <p:sp>
        <p:nvSpPr>
          <p:cNvPr id="260" name="Google Shape;260;p27"/>
          <p:cNvSpPr txBox="1"/>
          <p:nvPr/>
        </p:nvSpPr>
        <p:spPr>
          <a:xfrm>
            <a:off x="871425" y="677490"/>
            <a:ext cx="76476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Tercera 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ronda - Otros usuarios</a:t>
            </a:r>
            <a:endParaRPr sz="900"/>
          </a:p>
        </p:txBody>
      </p:sp>
      <p:sp>
        <p:nvSpPr>
          <p:cNvPr id="261" name="Google Shape;261;p27"/>
          <p:cNvSpPr txBox="1"/>
          <p:nvPr/>
        </p:nvSpPr>
        <p:spPr>
          <a:xfrm>
            <a:off x="4915025" y="1197150"/>
            <a:ext cx="33627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edium"/>
              <a:buNone/>
            </a:pPr>
            <a:r>
              <a:rPr lang="es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Conflicto</a:t>
            </a:r>
            <a:r>
              <a:rPr lang="es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entre HOME y </a:t>
            </a:r>
            <a:r>
              <a:rPr lang="es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ATRÁS</a:t>
            </a:r>
            <a:endParaRPr b="1"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None/>
            </a:pPr>
            <a:r>
              <a:t/>
            </a:r>
            <a:endParaRPr sz="500"/>
          </a:p>
        </p:txBody>
      </p:sp>
      <p:pic>
        <p:nvPicPr>
          <p:cNvPr id="262" name="Google Shape;26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4074" y="1839800"/>
            <a:ext cx="1148125" cy="2449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8675" y="1839800"/>
            <a:ext cx="1148125" cy="2427099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7"/>
          <p:cNvSpPr txBox="1"/>
          <p:nvPr/>
        </p:nvSpPr>
        <p:spPr>
          <a:xfrm>
            <a:off x="954875" y="3291000"/>
            <a:ext cx="3300900" cy="6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edium"/>
              <a:buNone/>
            </a:pPr>
            <a:r>
              <a:rPr lang="es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Problemas en la función de búsqueda de información</a:t>
            </a:r>
            <a:endParaRPr b="1"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None/>
            </a:pPr>
            <a:r>
              <a:t/>
            </a:r>
            <a:endParaRPr sz="500"/>
          </a:p>
        </p:txBody>
      </p:sp>
      <p:pic>
        <p:nvPicPr>
          <p:cNvPr id="265" name="Google Shape;265;p27" title="捕获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25150" y="1088726"/>
            <a:ext cx="965500" cy="205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8"/>
          <p:cNvSpPr txBox="1"/>
          <p:nvPr/>
        </p:nvSpPr>
        <p:spPr>
          <a:xfrm rot="-5400000">
            <a:off x="1952700" y="-1952550"/>
            <a:ext cx="5238600" cy="9144000"/>
          </a:xfrm>
          <a:prstGeom prst="rect">
            <a:avLst/>
          </a:prstGeom>
          <a:solidFill>
            <a:srgbClr val="2F3A49">
              <a:alpha val="78430"/>
            </a:srgbClr>
          </a:solidFill>
          <a:ln>
            <a:noFill/>
          </a:ln>
          <a:effectLst>
            <a:outerShdw blurRad="63500" dir="5400000" dist="23000">
              <a:srgbClr val="808080">
                <a:alpha val="349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8"/>
          <p:cNvSpPr txBox="1"/>
          <p:nvPr/>
        </p:nvSpPr>
        <p:spPr>
          <a:xfrm>
            <a:off x="873075" y="1787200"/>
            <a:ext cx="78699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Roboto Black"/>
              <a:buNone/>
            </a:pPr>
            <a:r>
              <a:rPr lang="es" sz="52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4</a:t>
            </a:r>
            <a:r>
              <a:rPr lang="es" sz="52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. Página Web</a:t>
            </a:r>
            <a:endParaRPr sz="500"/>
          </a:p>
        </p:txBody>
      </p:sp>
      <p:pic>
        <p:nvPicPr>
          <p:cNvPr id="273" name="Google Shape;273;p28" title="lightbul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625" y="906163"/>
            <a:ext cx="690476" cy="69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9"/>
          <p:cNvSpPr/>
          <p:nvPr/>
        </p:nvSpPr>
        <p:spPr>
          <a:xfrm>
            <a:off x="764282" y="1325166"/>
            <a:ext cx="693000" cy="693000"/>
          </a:xfrm>
          <a:prstGeom prst="ellipse">
            <a:avLst/>
          </a:prstGeom>
          <a:solidFill>
            <a:srgbClr val="D530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9"/>
          <p:cNvSpPr txBox="1"/>
          <p:nvPr/>
        </p:nvSpPr>
        <p:spPr>
          <a:xfrm>
            <a:off x="1517254" y="1220986"/>
            <a:ext cx="1472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b="1"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HERO</a:t>
            </a:r>
            <a:endParaRPr sz="500"/>
          </a:p>
        </p:txBody>
      </p:sp>
      <p:sp>
        <p:nvSpPr>
          <p:cNvPr id="280" name="Google Shape;280;p29"/>
          <p:cNvSpPr txBox="1"/>
          <p:nvPr/>
        </p:nvSpPr>
        <p:spPr>
          <a:xfrm>
            <a:off x="1507730" y="1455539"/>
            <a:ext cx="2561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None/>
            </a:pPr>
            <a:r>
              <a:rPr lang="es" sz="9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Introduce la app y su propósito de forma clara y visual.</a:t>
            </a:r>
            <a:endParaRPr sz="500"/>
          </a:p>
        </p:txBody>
      </p:sp>
      <p:sp>
        <p:nvSpPr>
          <p:cNvPr id="281" name="Google Shape;281;p29"/>
          <p:cNvSpPr/>
          <p:nvPr/>
        </p:nvSpPr>
        <p:spPr>
          <a:xfrm>
            <a:off x="764282" y="2305645"/>
            <a:ext cx="693000" cy="69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9"/>
          <p:cNvSpPr/>
          <p:nvPr/>
        </p:nvSpPr>
        <p:spPr>
          <a:xfrm>
            <a:off x="764282" y="3285530"/>
            <a:ext cx="693000" cy="693000"/>
          </a:xfrm>
          <a:prstGeom prst="ellipse">
            <a:avLst/>
          </a:prstGeom>
          <a:solidFill>
            <a:srgbClr val="D530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9"/>
          <p:cNvSpPr/>
          <p:nvPr/>
        </p:nvSpPr>
        <p:spPr>
          <a:xfrm>
            <a:off x="4908903" y="1325166"/>
            <a:ext cx="693300" cy="693000"/>
          </a:xfrm>
          <a:prstGeom prst="ellipse">
            <a:avLst/>
          </a:prstGeom>
          <a:solidFill>
            <a:srgbClr val="7C8185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9"/>
          <p:cNvSpPr/>
          <p:nvPr/>
        </p:nvSpPr>
        <p:spPr>
          <a:xfrm>
            <a:off x="4925569" y="2305645"/>
            <a:ext cx="693000" cy="693000"/>
          </a:xfrm>
          <a:prstGeom prst="ellipse">
            <a:avLst/>
          </a:prstGeom>
          <a:solidFill>
            <a:srgbClr val="D530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9"/>
          <p:cNvSpPr/>
          <p:nvPr/>
        </p:nvSpPr>
        <p:spPr>
          <a:xfrm>
            <a:off x="4925569" y="3285530"/>
            <a:ext cx="693000" cy="693000"/>
          </a:xfrm>
          <a:prstGeom prst="ellipse">
            <a:avLst/>
          </a:prstGeom>
          <a:solidFill>
            <a:srgbClr val="7C8185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9"/>
          <p:cNvSpPr txBox="1"/>
          <p:nvPr/>
        </p:nvSpPr>
        <p:spPr>
          <a:xfrm>
            <a:off x="1518444" y="2203251"/>
            <a:ext cx="1472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b="1"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PROBLEMA</a:t>
            </a:r>
            <a:endParaRPr sz="500"/>
          </a:p>
        </p:txBody>
      </p:sp>
      <p:sp>
        <p:nvSpPr>
          <p:cNvPr id="287" name="Google Shape;287;p29"/>
          <p:cNvSpPr txBox="1"/>
          <p:nvPr/>
        </p:nvSpPr>
        <p:spPr>
          <a:xfrm>
            <a:off x="1507730" y="2437209"/>
            <a:ext cx="2561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None/>
            </a:pPr>
            <a:r>
              <a:rPr lang="es" sz="9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Llegar a un nuevo país implica trámites confusos y desordenados.</a:t>
            </a:r>
            <a:endParaRPr sz="500"/>
          </a:p>
        </p:txBody>
      </p:sp>
      <p:sp>
        <p:nvSpPr>
          <p:cNvPr id="288" name="Google Shape;288;p29"/>
          <p:cNvSpPr txBox="1"/>
          <p:nvPr/>
        </p:nvSpPr>
        <p:spPr>
          <a:xfrm>
            <a:off x="1522016" y="3191470"/>
            <a:ext cx="1472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b="1"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SOLUCIÓN</a:t>
            </a:r>
            <a:endParaRPr sz="500"/>
          </a:p>
        </p:txBody>
      </p:sp>
      <p:sp>
        <p:nvSpPr>
          <p:cNvPr id="289" name="Google Shape;289;p29"/>
          <p:cNvSpPr txBox="1"/>
          <p:nvPr/>
        </p:nvSpPr>
        <p:spPr>
          <a:xfrm>
            <a:off x="1507730" y="3426023"/>
            <a:ext cx="2561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None/>
            </a:pPr>
            <a:r>
              <a:rPr lang="es" sz="9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SpainEasy organiza los trámites en una ruta clara y personalizada.</a:t>
            </a:r>
            <a:endParaRPr sz="500"/>
          </a:p>
        </p:txBody>
      </p:sp>
      <p:sp>
        <p:nvSpPr>
          <p:cNvPr id="290" name="Google Shape;290;p29"/>
          <p:cNvSpPr txBox="1"/>
          <p:nvPr/>
        </p:nvSpPr>
        <p:spPr>
          <a:xfrm>
            <a:off x="5720803" y="1220986"/>
            <a:ext cx="1472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b="1"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QUE INCLUYE</a:t>
            </a:r>
            <a:endParaRPr sz="500"/>
          </a:p>
        </p:txBody>
      </p:sp>
      <p:sp>
        <p:nvSpPr>
          <p:cNvPr id="291" name="Google Shape;291;p29"/>
          <p:cNvSpPr txBox="1"/>
          <p:nvPr/>
        </p:nvSpPr>
        <p:spPr>
          <a:xfrm>
            <a:off x="5719018" y="1455539"/>
            <a:ext cx="2561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None/>
            </a:pPr>
            <a:r>
              <a:rPr lang="es" sz="9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Funciones clave mostradas con pantallas reales de la app.</a:t>
            </a:r>
            <a:endParaRPr sz="500"/>
          </a:p>
        </p:txBody>
      </p:sp>
      <p:sp>
        <p:nvSpPr>
          <p:cNvPr id="292" name="Google Shape;292;p29"/>
          <p:cNvSpPr txBox="1"/>
          <p:nvPr/>
        </p:nvSpPr>
        <p:spPr>
          <a:xfrm>
            <a:off x="5719628" y="2203250"/>
            <a:ext cx="1824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b="1"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EXPERIENCIA DE USO</a:t>
            </a:r>
            <a:endParaRPr sz="500"/>
          </a:p>
        </p:txBody>
      </p:sp>
      <p:sp>
        <p:nvSpPr>
          <p:cNvPr id="293" name="Google Shape;293;p29"/>
          <p:cNvSpPr txBox="1"/>
          <p:nvPr/>
        </p:nvSpPr>
        <p:spPr>
          <a:xfrm>
            <a:off x="5719018" y="2437209"/>
            <a:ext cx="2561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None/>
            </a:pPr>
            <a:r>
              <a:rPr lang="es" sz="9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Interfaz simple pensada para guiar sin confundir.</a:t>
            </a:r>
            <a:endParaRPr sz="500"/>
          </a:p>
        </p:txBody>
      </p:sp>
      <p:sp>
        <p:nvSpPr>
          <p:cNvPr id="294" name="Google Shape;294;p29"/>
          <p:cNvSpPr txBox="1"/>
          <p:nvPr/>
        </p:nvSpPr>
        <p:spPr>
          <a:xfrm>
            <a:off x="5716637" y="3191470"/>
            <a:ext cx="1472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b="1"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CIERRE</a:t>
            </a:r>
            <a:endParaRPr sz="500"/>
          </a:p>
        </p:txBody>
      </p:sp>
      <p:sp>
        <p:nvSpPr>
          <p:cNvPr id="295" name="Google Shape;295;p29"/>
          <p:cNvSpPr txBox="1"/>
          <p:nvPr/>
        </p:nvSpPr>
        <p:spPr>
          <a:xfrm>
            <a:off x="5719018" y="3426023"/>
            <a:ext cx="256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None/>
            </a:pPr>
            <a:r>
              <a:rPr lang="es" sz="9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Llamada a la acción para empezar a usar SpainEasy. </a:t>
            </a:r>
            <a:endParaRPr sz="9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 Light"/>
              <a:buNone/>
            </a:pPr>
            <a:r>
              <a:rPr lang="es" sz="9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https://corxime.wixsite.com/spaineasy</a:t>
            </a:r>
            <a:endParaRPr sz="9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96" name="Google Shape;296;p29"/>
          <p:cNvSpPr/>
          <p:nvPr/>
        </p:nvSpPr>
        <p:spPr>
          <a:xfrm>
            <a:off x="5082116" y="1493639"/>
            <a:ext cx="395832" cy="332779"/>
          </a:xfrm>
          <a:custGeom>
            <a:rect b="b" l="l" r="r" t="t"/>
            <a:pathLst>
              <a:path extrusionOk="0" h="418" w="498">
                <a:moveTo>
                  <a:pt x="124" y="81"/>
                </a:moveTo>
                <a:lnTo>
                  <a:pt x="124" y="81"/>
                </a:lnTo>
                <a:cubicBezTo>
                  <a:pt x="27" y="134"/>
                  <a:pt x="36" y="222"/>
                  <a:pt x="36" y="258"/>
                </a:cubicBezTo>
                <a:cubicBezTo>
                  <a:pt x="159" y="107"/>
                  <a:pt x="346" y="116"/>
                  <a:pt x="346" y="116"/>
                </a:cubicBezTo>
                <a:cubicBezTo>
                  <a:pt x="346" y="116"/>
                  <a:pt x="80" y="204"/>
                  <a:pt x="9" y="382"/>
                </a:cubicBezTo>
                <a:cubicBezTo>
                  <a:pt x="0" y="400"/>
                  <a:pt x="36" y="417"/>
                  <a:pt x="44" y="400"/>
                </a:cubicBezTo>
                <a:cubicBezTo>
                  <a:pt x="62" y="355"/>
                  <a:pt x="97" y="311"/>
                  <a:pt x="97" y="311"/>
                </a:cubicBezTo>
                <a:cubicBezTo>
                  <a:pt x="151" y="329"/>
                  <a:pt x="230" y="355"/>
                  <a:pt x="293" y="311"/>
                </a:cubicBezTo>
                <a:cubicBezTo>
                  <a:pt x="363" y="258"/>
                  <a:pt x="363" y="134"/>
                  <a:pt x="469" y="72"/>
                </a:cubicBezTo>
                <a:cubicBezTo>
                  <a:pt x="497" y="63"/>
                  <a:pt x="249" y="0"/>
                  <a:pt x="124" y="81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9"/>
          <p:cNvSpPr/>
          <p:nvPr/>
        </p:nvSpPr>
        <p:spPr>
          <a:xfrm>
            <a:off x="953566" y="1436489"/>
            <a:ext cx="361307" cy="423863"/>
          </a:xfrm>
          <a:custGeom>
            <a:rect b="b" l="l" r="r" t="t"/>
            <a:pathLst>
              <a:path extrusionOk="0" h="533" w="453">
                <a:moveTo>
                  <a:pt x="434" y="186"/>
                </a:moveTo>
                <a:lnTo>
                  <a:pt x="434" y="186"/>
                </a:lnTo>
                <a:cubicBezTo>
                  <a:pt x="151" y="301"/>
                  <a:pt x="266" y="0"/>
                  <a:pt x="44" y="160"/>
                </a:cubicBezTo>
                <a:cubicBezTo>
                  <a:pt x="0" y="178"/>
                  <a:pt x="0" y="178"/>
                  <a:pt x="0" y="178"/>
                </a:cubicBezTo>
                <a:cubicBezTo>
                  <a:pt x="88" y="532"/>
                  <a:pt x="88" y="532"/>
                  <a:pt x="88" y="532"/>
                </a:cubicBezTo>
                <a:cubicBezTo>
                  <a:pt x="141" y="532"/>
                  <a:pt x="141" y="532"/>
                  <a:pt x="141" y="532"/>
                </a:cubicBezTo>
                <a:cubicBezTo>
                  <a:pt x="97" y="355"/>
                  <a:pt x="97" y="355"/>
                  <a:pt x="97" y="355"/>
                </a:cubicBezTo>
                <a:cubicBezTo>
                  <a:pt x="293" y="195"/>
                  <a:pt x="213" y="532"/>
                  <a:pt x="443" y="195"/>
                </a:cubicBezTo>
                <a:cubicBezTo>
                  <a:pt x="452" y="195"/>
                  <a:pt x="443" y="186"/>
                  <a:pt x="434" y="18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9"/>
          <p:cNvSpPr/>
          <p:nvPr/>
        </p:nvSpPr>
        <p:spPr>
          <a:xfrm>
            <a:off x="5136283" y="2472333"/>
            <a:ext cx="339879" cy="367903"/>
          </a:xfrm>
          <a:custGeom>
            <a:rect b="b" l="l" r="r" t="t"/>
            <a:pathLst>
              <a:path extrusionOk="0" h="462" w="426">
                <a:moveTo>
                  <a:pt x="327" y="186"/>
                </a:moveTo>
                <a:lnTo>
                  <a:pt x="327" y="186"/>
                </a:lnTo>
                <a:cubicBezTo>
                  <a:pt x="274" y="63"/>
                  <a:pt x="238" y="18"/>
                  <a:pt x="150" y="18"/>
                </a:cubicBezTo>
                <a:cubicBezTo>
                  <a:pt x="114" y="18"/>
                  <a:pt x="123" y="0"/>
                  <a:pt x="97" y="10"/>
                </a:cubicBezTo>
                <a:cubicBezTo>
                  <a:pt x="70" y="18"/>
                  <a:pt x="97" y="27"/>
                  <a:pt x="70" y="54"/>
                </a:cubicBezTo>
                <a:cubicBezTo>
                  <a:pt x="0" y="107"/>
                  <a:pt x="8" y="169"/>
                  <a:pt x="35" y="293"/>
                </a:cubicBezTo>
                <a:cubicBezTo>
                  <a:pt x="53" y="346"/>
                  <a:pt x="8" y="354"/>
                  <a:pt x="26" y="408"/>
                </a:cubicBezTo>
                <a:cubicBezTo>
                  <a:pt x="35" y="444"/>
                  <a:pt x="141" y="461"/>
                  <a:pt x="248" y="417"/>
                </a:cubicBezTo>
                <a:cubicBezTo>
                  <a:pt x="354" y="382"/>
                  <a:pt x="425" y="301"/>
                  <a:pt x="407" y="266"/>
                </a:cubicBezTo>
                <a:cubicBezTo>
                  <a:pt x="389" y="213"/>
                  <a:pt x="354" y="239"/>
                  <a:pt x="327" y="186"/>
                </a:cubicBezTo>
                <a:close/>
                <a:moveTo>
                  <a:pt x="238" y="391"/>
                </a:moveTo>
                <a:lnTo>
                  <a:pt x="238" y="391"/>
                </a:lnTo>
                <a:cubicBezTo>
                  <a:pt x="141" y="426"/>
                  <a:pt x="61" y="399"/>
                  <a:pt x="53" y="391"/>
                </a:cubicBezTo>
                <a:cubicBezTo>
                  <a:pt x="53" y="382"/>
                  <a:pt x="88" y="319"/>
                  <a:pt x="194" y="284"/>
                </a:cubicBezTo>
                <a:cubicBezTo>
                  <a:pt x="310" y="239"/>
                  <a:pt x="372" y="257"/>
                  <a:pt x="372" y="275"/>
                </a:cubicBezTo>
                <a:cubicBezTo>
                  <a:pt x="380" y="284"/>
                  <a:pt x="336" y="354"/>
                  <a:pt x="238" y="391"/>
                </a:cubicBezTo>
                <a:close/>
                <a:moveTo>
                  <a:pt x="203" y="301"/>
                </a:moveTo>
                <a:lnTo>
                  <a:pt x="203" y="301"/>
                </a:lnTo>
                <a:cubicBezTo>
                  <a:pt x="150" y="319"/>
                  <a:pt x="123" y="337"/>
                  <a:pt x="97" y="363"/>
                </a:cubicBezTo>
                <a:cubicBezTo>
                  <a:pt x="114" y="373"/>
                  <a:pt x="141" y="382"/>
                  <a:pt x="167" y="363"/>
                </a:cubicBezTo>
                <a:cubicBezTo>
                  <a:pt x="212" y="354"/>
                  <a:pt x="230" y="319"/>
                  <a:pt x="221" y="293"/>
                </a:cubicBezTo>
                <a:cubicBezTo>
                  <a:pt x="221" y="293"/>
                  <a:pt x="212" y="301"/>
                  <a:pt x="203" y="3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9"/>
          <p:cNvSpPr/>
          <p:nvPr/>
        </p:nvSpPr>
        <p:spPr>
          <a:xfrm>
            <a:off x="919043" y="3465314"/>
            <a:ext cx="395831" cy="354211"/>
          </a:xfrm>
          <a:custGeom>
            <a:rect b="b" l="l" r="r" t="t"/>
            <a:pathLst>
              <a:path extrusionOk="0" h="444" w="497">
                <a:moveTo>
                  <a:pt x="443" y="0"/>
                </a:moveTo>
                <a:lnTo>
                  <a:pt x="443" y="0"/>
                </a:lnTo>
                <a:cubicBezTo>
                  <a:pt x="53" y="0"/>
                  <a:pt x="53" y="0"/>
                  <a:pt x="53" y="0"/>
                </a:cubicBezTo>
                <a:cubicBezTo>
                  <a:pt x="17" y="0"/>
                  <a:pt x="0" y="26"/>
                  <a:pt x="0" y="53"/>
                </a:cubicBezTo>
                <a:cubicBezTo>
                  <a:pt x="0" y="345"/>
                  <a:pt x="0" y="345"/>
                  <a:pt x="0" y="345"/>
                </a:cubicBezTo>
                <a:cubicBezTo>
                  <a:pt x="0" y="373"/>
                  <a:pt x="17" y="399"/>
                  <a:pt x="53" y="399"/>
                </a:cubicBezTo>
                <a:cubicBezTo>
                  <a:pt x="151" y="399"/>
                  <a:pt x="151" y="399"/>
                  <a:pt x="151" y="399"/>
                </a:cubicBezTo>
                <a:cubicBezTo>
                  <a:pt x="151" y="345"/>
                  <a:pt x="151" y="345"/>
                  <a:pt x="151" y="345"/>
                </a:cubicBezTo>
                <a:cubicBezTo>
                  <a:pt x="44" y="345"/>
                  <a:pt x="44" y="345"/>
                  <a:pt x="44" y="345"/>
                </a:cubicBezTo>
                <a:cubicBezTo>
                  <a:pt x="44" y="124"/>
                  <a:pt x="44" y="124"/>
                  <a:pt x="44" y="124"/>
                </a:cubicBezTo>
                <a:cubicBezTo>
                  <a:pt x="443" y="124"/>
                  <a:pt x="443" y="124"/>
                  <a:pt x="443" y="124"/>
                </a:cubicBezTo>
                <a:cubicBezTo>
                  <a:pt x="443" y="345"/>
                  <a:pt x="443" y="345"/>
                  <a:pt x="443" y="345"/>
                </a:cubicBezTo>
                <a:cubicBezTo>
                  <a:pt x="345" y="345"/>
                  <a:pt x="345" y="345"/>
                  <a:pt x="345" y="345"/>
                </a:cubicBezTo>
                <a:cubicBezTo>
                  <a:pt x="345" y="399"/>
                  <a:pt x="345" y="399"/>
                  <a:pt x="345" y="399"/>
                </a:cubicBezTo>
                <a:cubicBezTo>
                  <a:pt x="443" y="399"/>
                  <a:pt x="443" y="399"/>
                  <a:pt x="443" y="399"/>
                </a:cubicBezTo>
                <a:cubicBezTo>
                  <a:pt x="470" y="399"/>
                  <a:pt x="496" y="373"/>
                  <a:pt x="496" y="345"/>
                </a:cubicBezTo>
                <a:cubicBezTo>
                  <a:pt x="496" y="53"/>
                  <a:pt x="496" y="53"/>
                  <a:pt x="496" y="53"/>
                </a:cubicBezTo>
                <a:cubicBezTo>
                  <a:pt x="496" y="26"/>
                  <a:pt x="470" y="0"/>
                  <a:pt x="443" y="0"/>
                </a:cubicBezTo>
                <a:close/>
                <a:moveTo>
                  <a:pt x="62" y="80"/>
                </a:moveTo>
                <a:lnTo>
                  <a:pt x="62" y="80"/>
                </a:lnTo>
                <a:cubicBezTo>
                  <a:pt x="53" y="80"/>
                  <a:pt x="44" y="71"/>
                  <a:pt x="44" y="62"/>
                </a:cubicBezTo>
                <a:cubicBezTo>
                  <a:pt x="44" y="53"/>
                  <a:pt x="53" y="45"/>
                  <a:pt x="62" y="45"/>
                </a:cubicBezTo>
                <a:cubicBezTo>
                  <a:pt x="71" y="45"/>
                  <a:pt x="79" y="53"/>
                  <a:pt x="79" y="62"/>
                </a:cubicBezTo>
                <a:cubicBezTo>
                  <a:pt x="79" y="71"/>
                  <a:pt x="71" y="80"/>
                  <a:pt x="62" y="80"/>
                </a:cubicBezTo>
                <a:close/>
                <a:moveTo>
                  <a:pt x="116" y="80"/>
                </a:moveTo>
                <a:lnTo>
                  <a:pt x="116" y="80"/>
                </a:lnTo>
                <a:cubicBezTo>
                  <a:pt x="107" y="80"/>
                  <a:pt x="97" y="71"/>
                  <a:pt x="97" y="62"/>
                </a:cubicBezTo>
                <a:cubicBezTo>
                  <a:pt x="97" y="53"/>
                  <a:pt x="107" y="45"/>
                  <a:pt x="116" y="45"/>
                </a:cubicBezTo>
                <a:cubicBezTo>
                  <a:pt x="124" y="45"/>
                  <a:pt x="132" y="53"/>
                  <a:pt x="132" y="62"/>
                </a:cubicBezTo>
                <a:cubicBezTo>
                  <a:pt x="132" y="71"/>
                  <a:pt x="124" y="80"/>
                  <a:pt x="116" y="80"/>
                </a:cubicBezTo>
                <a:close/>
                <a:moveTo>
                  <a:pt x="443" y="80"/>
                </a:moveTo>
                <a:lnTo>
                  <a:pt x="443" y="80"/>
                </a:lnTo>
                <a:cubicBezTo>
                  <a:pt x="151" y="80"/>
                  <a:pt x="151" y="80"/>
                  <a:pt x="151" y="80"/>
                </a:cubicBezTo>
                <a:cubicBezTo>
                  <a:pt x="151" y="53"/>
                  <a:pt x="151" y="53"/>
                  <a:pt x="151" y="53"/>
                </a:cubicBezTo>
                <a:cubicBezTo>
                  <a:pt x="443" y="53"/>
                  <a:pt x="443" y="53"/>
                  <a:pt x="443" y="53"/>
                </a:cubicBezTo>
                <a:lnTo>
                  <a:pt x="443" y="80"/>
                </a:lnTo>
                <a:close/>
                <a:moveTo>
                  <a:pt x="248" y="177"/>
                </a:moveTo>
                <a:lnTo>
                  <a:pt x="248" y="177"/>
                </a:lnTo>
                <a:cubicBezTo>
                  <a:pt x="124" y="301"/>
                  <a:pt x="124" y="301"/>
                  <a:pt x="124" y="301"/>
                </a:cubicBezTo>
                <a:cubicBezTo>
                  <a:pt x="204" y="301"/>
                  <a:pt x="204" y="301"/>
                  <a:pt x="204" y="301"/>
                </a:cubicBezTo>
                <a:cubicBezTo>
                  <a:pt x="204" y="443"/>
                  <a:pt x="204" y="443"/>
                  <a:pt x="204" y="443"/>
                </a:cubicBezTo>
                <a:cubicBezTo>
                  <a:pt x="292" y="443"/>
                  <a:pt x="292" y="443"/>
                  <a:pt x="292" y="443"/>
                </a:cubicBezTo>
                <a:cubicBezTo>
                  <a:pt x="292" y="301"/>
                  <a:pt x="292" y="301"/>
                  <a:pt x="292" y="301"/>
                </a:cubicBezTo>
                <a:cubicBezTo>
                  <a:pt x="363" y="301"/>
                  <a:pt x="363" y="301"/>
                  <a:pt x="363" y="301"/>
                </a:cubicBezTo>
                <a:lnTo>
                  <a:pt x="248" y="17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5090450" y="3459956"/>
            <a:ext cx="395831" cy="304800"/>
          </a:xfrm>
          <a:custGeom>
            <a:rect b="b" l="l" r="r" t="t"/>
            <a:pathLst>
              <a:path extrusionOk="0" h="382" w="497">
                <a:moveTo>
                  <a:pt x="80" y="248"/>
                </a:moveTo>
                <a:lnTo>
                  <a:pt x="80" y="248"/>
                </a:lnTo>
                <a:cubicBezTo>
                  <a:pt x="97" y="293"/>
                  <a:pt x="106" y="311"/>
                  <a:pt x="159" y="328"/>
                </a:cubicBezTo>
                <a:cubicBezTo>
                  <a:pt x="203" y="355"/>
                  <a:pt x="230" y="381"/>
                  <a:pt x="248" y="381"/>
                </a:cubicBezTo>
                <a:cubicBezTo>
                  <a:pt x="266" y="381"/>
                  <a:pt x="293" y="355"/>
                  <a:pt x="337" y="337"/>
                </a:cubicBezTo>
                <a:cubicBezTo>
                  <a:pt x="390" y="311"/>
                  <a:pt x="372" y="311"/>
                  <a:pt x="390" y="258"/>
                </a:cubicBezTo>
                <a:cubicBezTo>
                  <a:pt x="248" y="328"/>
                  <a:pt x="248" y="328"/>
                  <a:pt x="248" y="328"/>
                </a:cubicBezTo>
                <a:lnTo>
                  <a:pt x="80" y="248"/>
                </a:lnTo>
                <a:close/>
                <a:moveTo>
                  <a:pt x="487" y="124"/>
                </a:moveTo>
                <a:lnTo>
                  <a:pt x="487" y="124"/>
                </a:lnTo>
                <a:cubicBezTo>
                  <a:pt x="274" y="9"/>
                  <a:pt x="274" y="9"/>
                  <a:pt x="274" y="9"/>
                </a:cubicBezTo>
                <a:cubicBezTo>
                  <a:pt x="266" y="0"/>
                  <a:pt x="239" y="0"/>
                  <a:pt x="221" y="9"/>
                </a:cubicBezTo>
                <a:cubicBezTo>
                  <a:pt x="9" y="124"/>
                  <a:pt x="9" y="124"/>
                  <a:pt x="9" y="124"/>
                </a:cubicBezTo>
                <a:cubicBezTo>
                  <a:pt x="0" y="133"/>
                  <a:pt x="0" y="142"/>
                  <a:pt x="9" y="160"/>
                </a:cubicBezTo>
                <a:cubicBezTo>
                  <a:pt x="221" y="275"/>
                  <a:pt x="221" y="275"/>
                  <a:pt x="221" y="275"/>
                </a:cubicBezTo>
                <a:cubicBezTo>
                  <a:pt x="239" y="284"/>
                  <a:pt x="266" y="284"/>
                  <a:pt x="274" y="275"/>
                </a:cubicBezTo>
                <a:cubicBezTo>
                  <a:pt x="408" y="195"/>
                  <a:pt x="408" y="195"/>
                  <a:pt x="408" y="195"/>
                </a:cubicBezTo>
                <a:cubicBezTo>
                  <a:pt x="266" y="160"/>
                  <a:pt x="266" y="160"/>
                  <a:pt x="266" y="160"/>
                </a:cubicBezTo>
                <a:cubicBezTo>
                  <a:pt x="257" y="160"/>
                  <a:pt x="257" y="168"/>
                  <a:pt x="248" y="168"/>
                </a:cubicBezTo>
                <a:cubicBezTo>
                  <a:pt x="221" y="168"/>
                  <a:pt x="203" y="151"/>
                  <a:pt x="203" y="133"/>
                </a:cubicBezTo>
                <a:cubicBezTo>
                  <a:pt x="203" y="124"/>
                  <a:pt x="221" y="107"/>
                  <a:pt x="248" y="107"/>
                </a:cubicBezTo>
                <a:cubicBezTo>
                  <a:pt x="266" y="107"/>
                  <a:pt x="284" y="115"/>
                  <a:pt x="293" y="124"/>
                </a:cubicBezTo>
                <a:cubicBezTo>
                  <a:pt x="443" y="177"/>
                  <a:pt x="443" y="177"/>
                  <a:pt x="443" y="177"/>
                </a:cubicBezTo>
                <a:cubicBezTo>
                  <a:pt x="487" y="160"/>
                  <a:pt x="487" y="160"/>
                  <a:pt x="487" y="160"/>
                </a:cubicBezTo>
                <a:cubicBezTo>
                  <a:pt x="496" y="142"/>
                  <a:pt x="496" y="133"/>
                  <a:pt x="487" y="124"/>
                </a:cubicBezTo>
                <a:close/>
                <a:moveTo>
                  <a:pt x="425" y="346"/>
                </a:moveTo>
                <a:lnTo>
                  <a:pt x="425" y="346"/>
                </a:lnTo>
                <a:cubicBezTo>
                  <a:pt x="416" y="355"/>
                  <a:pt x="452" y="364"/>
                  <a:pt x="461" y="337"/>
                </a:cubicBezTo>
                <a:cubicBezTo>
                  <a:pt x="469" y="213"/>
                  <a:pt x="443" y="177"/>
                  <a:pt x="443" y="177"/>
                </a:cubicBezTo>
                <a:cubicBezTo>
                  <a:pt x="408" y="195"/>
                  <a:pt x="408" y="195"/>
                  <a:pt x="408" y="195"/>
                </a:cubicBezTo>
                <a:cubicBezTo>
                  <a:pt x="408" y="195"/>
                  <a:pt x="443" y="222"/>
                  <a:pt x="425" y="34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9"/>
          <p:cNvSpPr/>
          <p:nvPr/>
        </p:nvSpPr>
        <p:spPr>
          <a:xfrm>
            <a:off x="914876" y="2483048"/>
            <a:ext cx="395832" cy="353616"/>
          </a:xfrm>
          <a:custGeom>
            <a:rect b="b" l="l" r="r" t="t"/>
            <a:pathLst>
              <a:path extrusionOk="0" h="445" w="498">
                <a:moveTo>
                  <a:pt x="80" y="151"/>
                </a:moveTo>
                <a:lnTo>
                  <a:pt x="80" y="151"/>
                </a:lnTo>
                <a:cubicBezTo>
                  <a:pt x="97" y="134"/>
                  <a:pt x="116" y="143"/>
                  <a:pt x="142" y="169"/>
                </a:cubicBezTo>
                <a:cubicBezTo>
                  <a:pt x="151" y="178"/>
                  <a:pt x="151" y="169"/>
                  <a:pt x="151" y="169"/>
                </a:cubicBezTo>
                <a:cubicBezTo>
                  <a:pt x="160" y="169"/>
                  <a:pt x="186" y="134"/>
                  <a:pt x="195" y="134"/>
                </a:cubicBezTo>
                <a:cubicBezTo>
                  <a:pt x="195" y="134"/>
                  <a:pt x="195" y="134"/>
                  <a:pt x="195" y="125"/>
                </a:cubicBezTo>
                <a:cubicBezTo>
                  <a:pt x="186" y="125"/>
                  <a:pt x="178" y="116"/>
                  <a:pt x="178" y="107"/>
                </a:cubicBezTo>
                <a:cubicBezTo>
                  <a:pt x="133" y="45"/>
                  <a:pt x="301" y="10"/>
                  <a:pt x="275" y="10"/>
                </a:cubicBezTo>
                <a:cubicBezTo>
                  <a:pt x="257" y="0"/>
                  <a:pt x="204" y="0"/>
                  <a:pt x="195" y="0"/>
                </a:cubicBezTo>
                <a:cubicBezTo>
                  <a:pt x="169" y="10"/>
                  <a:pt x="125" y="36"/>
                  <a:pt x="107" y="54"/>
                </a:cubicBezTo>
                <a:cubicBezTo>
                  <a:pt x="80" y="72"/>
                  <a:pt x="72" y="81"/>
                  <a:pt x="72" y="81"/>
                </a:cubicBezTo>
                <a:cubicBezTo>
                  <a:pt x="62" y="89"/>
                  <a:pt x="72" y="107"/>
                  <a:pt x="53" y="116"/>
                </a:cubicBezTo>
                <a:cubicBezTo>
                  <a:pt x="36" y="125"/>
                  <a:pt x="27" y="116"/>
                  <a:pt x="18" y="125"/>
                </a:cubicBezTo>
                <a:cubicBezTo>
                  <a:pt x="18" y="134"/>
                  <a:pt x="9" y="134"/>
                  <a:pt x="0" y="143"/>
                </a:cubicBezTo>
                <a:lnTo>
                  <a:pt x="0" y="151"/>
                </a:lnTo>
                <a:lnTo>
                  <a:pt x="36" y="187"/>
                </a:lnTo>
                <a:cubicBezTo>
                  <a:pt x="36" y="196"/>
                  <a:pt x="44" y="196"/>
                  <a:pt x="53" y="196"/>
                </a:cubicBezTo>
                <a:cubicBezTo>
                  <a:pt x="53" y="187"/>
                  <a:pt x="62" y="178"/>
                  <a:pt x="72" y="178"/>
                </a:cubicBezTo>
                <a:cubicBezTo>
                  <a:pt x="72" y="178"/>
                  <a:pt x="72" y="151"/>
                  <a:pt x="80" y="151"/>
                </a:cubicBezTo>
                <a:close/>
                <a:moveTo>
                  <a:pt x="222" y="160"/>
                </a:moveTo>
                <a:lnTo>
                  <a:pt x="222" y="160"/>
                </a:lnTo>
                <a:cubicBezTo>
                  <a:pt x="213" y="160"/>
                  <a:pt x="213" y="160"/>
                  <a:pt x="213" y="160"/>
                </a:cubicBezTo>
                <a:cubicBezTo>
                  <a:pt x="178" y="187"/>
                  <a:pt x="178" y="187"/>
                  <a:pt x="178" y="187"/>
                </a:cubicBezTo>
                <a:cubicBezTo>
                  <a:pt x="169" y="196"/>
                  <a:pt x="169" y="196"/>
                  <a:pt x="169" y="204"/>
                </a:cubicBezTo>
                <a:cubicBezTo>
                  <a:pt x="381" y="435"/>
                  <a:pt x="381" y="435"/>
                  <a:pt x="381" y="435"/>
                </a:cubicBezTo>
                <a:cubicBezTo>
                  <a:pt x="381" y="444"/>
                  <a:pt x="391" y="444"/>
                  <a:pt x="399" y="435"/>
                </a:cubicBezTo>
                <a:cubicBezTo>
                  <a:pt x="426" y="417"/>
                  <a:pt x="426" y="417"/>
                  <a:pt x="426" y="417"/>
                </a:cubicBezTo>
                <a:cubicBezTo>
                  <a:pt x="426" y="408"/>
                  <a:pt x="426" y="400"/>
                  <a:pt x="426" y="400"/>
                </a:cubicBezTo>
                <a:lnTo>
                  <a:pt x="222" y="160"/>
                </a:lnTo>
                <a:close/>
                <a:moveTo>
                  <a:pt x="497" y="63"/>
                </a:moveTo>
                <a:lnTo>
                  <a:pt x="497" y="63"/>
                </a:lnTo>
                <a:cubicBezTo>
                  <a:pt x="488" y="45"/>
                  <a:pt x="488" y="54"/>
                  <a:pt x="479" y="54"/>
                </a:cubicBezTo>
                <a:cubicBezTo>
                  <a:pt x="479" y="63"/>
                  <a:pt x="461" y="81"/>
                  <a:pt x="461" y="89"/>
                </a:cubicBezTo>
                <a:cubicBezTo>
                  <a:pt x="452" y="107"/>
                  <a:pt x="435" y="125"/>
                  <a:pt x="408" y="107"/>
                </a:cubicBezTo>
                <a:cubicBezTo>
                  <a:pt x="381" y="81"/>
                  <a:pt x="391" y="72"/>
                  <a:pt x="399" y="63"/>
                </a:cubicBezTo>
                <a:cubicBezTo>
                  <a:pt x="399" y="54"/>
                  <a:pt x="417" y="28"/>
                  <a:pt x="417" y="19"/>
                </a:cubicBezTo>
                <a:cubicBezTo>
                  <a:pt x="426" y="19"/>
                  <a:pt x="417" y="10"/>
                  <a:pt x="408" y="10"/>
                </a:cubicBezTo>
                <a:cubicBezTo>
                  <a:pt x="399" y="19"/>
                  <a:pt x="346" y="36"/>
                  <a:pt x="337" y="72"/>
                </a:cubicBezTo>
                <a:cubicBezTo>
                  <a:pt x="328" y="98"/>
                  <a:pt x="346" y="125"/>
                  <a:pt x="319" y="151"/>
                </a:cubicBezTo>
                <a:cubicBezTo>
                  <a:pt x="284" y="187"/>
                  <a:pt x="284" y="187"/>
                  <a:pt x="284" y="187"/>
                </a:cubicBezTo>
                <a:cubicBezTo>
                  <a:pt x="319" y="231"/>
                  <a:pt x="319" y="231"/>
                  <a:pt x="319" y="231"/>
                </a:cubicBezTo>
                <a:cubicBezTo>
                  <a:pt x="364" y="187"/>
                  <a:pt x="364" y="187"/>
                  <a:pt x="364" y="187"/>
                </a:cubicBezTo>
                <a:cubicBezTo>
                  <a:pt x="372" y="178"/>
                  <a:pt x="391" y="169"/>
                  <a:pt x="408" y="178"/>
                </a:cubicBezTo>
                <a:cubicBezTo>
                  <a:pt x="452" y="187"/>
                  <a:pt x="470" y="169"/>
                  <a:pt x="488" y="143"/>
                </a:cubicBezTo>
                <a:cubicBezTo>
                  <a:pt x="497" y="116"/>
                  <a:pt x="497" y="72"/>
                  <a:pt x="497" y="63"/>
                </a:cubicBezTo>
                <a:close/>
                <a:moveTo>
                  <a:pt x="72" y="400"/>
                </a:moveTo>
                <a:lnTo>
                  <a:pt x="72" y="400"/>
                </a:lnTo>
                <a:cubicBezTo>
                  <a:pt x="62" y="408"/>
                  <a:pt x="62" y="417"/>
                  <a:pt x="72" y="417"/>
                </a:cubicBezTo>
                <a:cubicBezTo>
                  <a:pt x="89" y="444"/>
                  <a:pt x="89" y="444"/>
                  <a:pt x="89" y="444"/>
                </a:cubicBezTo>
                <a:cubicBezTo>
                  <a:pt x="97" y="444"/>
                  <a:pt x="107" y="444"/>
                  <a:pt x="107" y="435"/>
                </a:cubicBezTo>
                <a:cubicBezTo>
                  <a:pt x="231" y="320"/>
                  <a:pt x="231" y="320"/>
                  <a:pt x="231" y="320"/>
                </a:cubicBezTo>
                <a:cubicBezTo>
                  <a:pt x="195" y="275"/>
                  <a:pt x="195" y="275"/>
                  <a:pt x="195" y="275"/>
                </a:cubicBezTo>
                <a:lnTo>
                  <a:pt x="72" y="4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9"/>
          <p:cNvSpPr txBox="1"/>
          <p:nvPr/>
        </p:nvSpPr>
        <p:spPr>
          <a:xfrm>
            <a:off x="880352" y="303609"/>
            <a:ext cx="7647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044"/>
              </a:buClr>
              <a:buSzPts val="2500"/>
              <a:buFont typeface="Roboto Black"/>
              <a:buNone/>
            </a:pPr>
            <a:r>
              <a:rPr lang="es" sz="2500">
                <a:solidFill>
                  <a:srgbClr val="D53044"/>
                </a:solidFill>
                <a:latin typeface="Roboto Black"/>
                <a:ea typeface="Roboto Black"/>
                <a:cs typeface="Roboto Black"/>
                <a:sym typeface="Roboto Black"/>
              </a:rPr>
              <a:t>PÁGINA</a:t>
            </a:r>
            <a:r>
              <a:rPr lang="es" sz="2500">
                <a:solidFill>
                  <a:srgbClr val="D53044"/>
                </a:solidFill>
                <a:latin typeface="Roboto Black"/>
                <a:ea typeface="Roboto Black"/>
                <a:cs typeface="Roboto Black"/>
                <a:sym typeface="Roboto Black"/>
              </a:rPr>
              <a:t> WEB</a:t>
            </a:r>
            <a:endParaRPr sz="500"/>
          </a:p>
        </p:txBody>
      </p:sp>
      <p:sp>
        <p:nvSpPr>
          <p:cNvPr id="303" name="Google Shape;303;p29"/>
          <p:cNvSpPr txBox="1"/>
          <p:nvPr/>
        </p:nvSpPr>
        <p:spPr>
          <a:xfrm>
            <a:off x="713687" y="389930"/>
            <a:ext cx="75000" cy="451800"/>
          </a:xfrm>
          <a:prstGeom prst="rect">
            <a:avLst/>
          </a:prstGeom>
          <a:solidFill>
            <a:srgbClr val="3A3B39"/>
          </a:solidFill>
          <a:ln>
            <a:noFill/>
          </a:ln>
          <a:effectLst>
            <a:outerShdw blurRad="63500" dir="5400000" dist="23000">
              <a:srgbClr val="808080">
                <a:alpha val="349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9"/>
          <p:cNvSpPr txBox="1"/>
          <p:nvPr/>
        </p:nvSpPr>
        <p:spPr>
          <a:xfrm>
            <a:off x="871424" y="678061"/>
            <a:ext cx="7647600" cy="2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PROYECTO: SPAINEASY </a:t>
            </a:r>
            <a:endParaRPr sz="500"/>
          </a:p>
        </p:txBody>
      </p:sp>
      <p:sp>
        <p:nvSpPr>
          <p:cNvPr id="305" name="Google Shape;305;p29"/>
          <p:cNvSpPr txBox="1"/>
          <p:nvPr/>
        </p:nvSpPr>
        <p:spPr>
          <a:xfrm>
            <a:off x="8193410" y="4536281"/>
            <a:ext cx="348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</a:pPr>
            <a:fld id="{00000000-1234-1234-1234-123412341234}" type="slidenum">
              <a:rPr b="0" i="0" lang="es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500"/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0"/>
          <p:cNvSpPr txBox="1"/>
          <p:nvPr/>
        </p:nvSpPr>
        <p:spPr>
          <a:xfrm rot="-5400000">
            <a:off x="1952700" y="-1952550"/>
            <a:ext cx="5238600" cy="9144000"/>
          </a:xfrm>
          <a:prstGeom prst="rect">
            <a:avLst/>
          </a:prstGeom>
          <a:solidFill>
            <a:srgbClr val="2F3A49">
              <a:alpha val="78430"/>
            </a:srgbClr>
          </a:solidFill>
          <a:ln>
            <a:noFill/>
          </a:ln>
          <a:effectLst>
            <a:outerShdw blurRad="63500" dir="5400000" dist="23000">
              <a:srgbClr val="808080">
                <a:alpha val="349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0"/>
          <p:cNvSpPr txBox="1"/>
          <p:nvPr/>
        </p:nvSpPr>
        <p:spPr>
          <a:xfrm>
            <a:off x="873075" y="1787200"/>
            <a:ext cx="78699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Roboto Black"/>
              <a:buNone/>
            </a:pPr>
            <a:r>
              <a:rPr lang="es" sz="52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5</a:t>
            </a:r>
            <a:r>
              <a:rPr lang="es" sz="52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. </a:t>
            </a:r>
            <a:r>
              <a:rPr lang="es" sz="52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Conclusión</a:t>
            </a:r>
            <a:endParaRPr sz="500"/>
          </a:p>
        </p:txBody>
      </p:sp>
      <p:pic>
        <p:nvPicPr>
          <p:cNvPr id="313" name="Google Shape;313;p30" title="lightbul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625" y="906163"/>
            <a:ext cx="690476" cy="69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20623"/>
            <a:ext cx="4229100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1"/>
          <p:cNvSpPr txBox="1"/>
          <p:nvPr/>
        </p:nvSpPr>
        <p:spPr>
          <a:xfrm>
            <a:off x="8193410" y="4536281"/>
            <a:ext cx="348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Roboto"/>
              <a:buNone/>
            </a:pPr>
            <a:fld id="{00000000-1234-1234-1234-123412341234}" type="slidenum">
              <a:rPr b="0" i="0" lang="es" sz="7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500"/>
          </a:p>
        </p:txBody>
      </p:sp>
      <p:sp>
        <p:nvSpPr>
          <p:cNvPr id="320" name="Google Shape;320;p31"/>
          <p:cNvSpPr txBox="1"/>
          <p:nvPr/>
        </p:nvSpPr>
        <p:spPr>
          <a:xfrm>
            <a:off x="713687" y="1209675"/>
            <a:ext cx="24489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044"/>
              </a:buClr>
              <a:buSzPts val="1500"/>
              <a:buFont typeface="Roboto"/>
              <a:buNone/>
            </a:pPr>
            <a:r>
              <a:rPr b="1" i="0" lang="es" sz="1500" u="none">
                <a:solidFill>
                  <a:srgbClr val="D53044"/>
                </a:solidFill>
                <a:latin typeface="Roboto"/>
                <a:ea typeface="Roboto"/>
                <a:cs typeface="Roboto"/>
                <a:sym typeface="Roboto"/>
              </a:rPr>
              <a:t>DESCRIPCIÓN</a:t>
            </a:r>
            <a:endParaRPr sz="500"/>
          </a:p>
        </p:txBody>
      </p:sp>
      <p:sp>
        <p:nvSpPr>
          <p:cNvPr id="321" name="Google Shape;321;p31"/>
          <p:cNvSpPr txBox="1"/>
          <p:nvPr/>
        </p:nvSpPr>
        <p:spPr>
          <a:xfrm>
            <a:off x="713687" y="1557933"/>
            <a:ext cx="3158400" cy="17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None/>
            </a:pPr>
            <a:r>
              <a:rPr lang="es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SpainEasy aborda un problema real: la desorientación de los estudiantes internacionales al llegar a España. Mediante una app y una web claras, convierte información dispersa en una ruta guiada y personalizada. El proyecto muestra cómo el diseño centrado en el usuario puede simplificar procesos complejos y acompañar al estudiante desde el primer día.</a:t>
            </a:r>
            <a:endParaRPr sz="500"/>
          </a:p>
        </p:txBody>
      </p:sp>
      <p:sp>
        <p:nvSpPr>
          <p:cNvPr id="322" name="Google Shape;322;p31"/>
          <p:cNvSpPr txBox="1"/>
          <p:nvPr/>
        </p:nvSpPr>
        <p:spPr>
          <a:xfrm>
            <a:off x="880352" y="303609"/>
            <a:ext cx="7647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044"/>
              </a:buClr>
              <a:buSzPts val="2500"/>
              <a:buFont typeface="Roboto Black"/>
              <a:buNone/>
            </a:pPr>
            <a:r>
              <a:rPr lang="es" sz="2500">
                <a:solidFill>
                  <a:srgbClr val="D53044"/>
                </a:solidFill>
                <a:latin typeface="Roboto Black"/>
                <a:ea typeface="Roboto Black"/>
                <a:cs typeface="Roboto Black"/>
                <a:sym typeface="Roboto Black"/>
              </a:rPr>
              <a:t>CONCLUSIÓN</a:t>
            </a:r>
            <a:endParaRPr sz="500"/>
          </a:p>
        </p:txBody>
      </p:sp>
      <p:sp>
        <p:nvSpPr>
          <p:cNvPr id="323" name="Google Shape;323;p31"/>
          <p:cNvSpPr txBox="1"/>
          <p:nvPr/>
        </p:nvSpPr>
        <p:spPr>
          <a:xfrm>
            <a:off x="713687" y="389930"/>
            <a:ext cx="75000" cy="451800"/>
          </a:xfrm>
          <a:prstGeom prst="rect">
            <a:avLst/>
          </a:prstGeom>
          <a:solidFill>
            <a:srgbClr val="3A3B39"/>
          </a:solidFill>
          <a:ln>
            <a:noFill/>
          </a:ln>
          <a:effectLst>
            <a:outerShdw blurRad="63500" dir="5400000" dist="23000">
              <a:srgbClr val="808080">
                <a:alpha val="349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1"/>
          <p:cNvSpPr txBox="1"/>
          <p:nvPr/>
        </p:nvSpPr>
        <p:spPr>
          <a:xfrm>
            <a:off x="871424" y="678061"/>
            <a:ext cx="7647600" cy="2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PROYECTO: SPAINEASY</a:t>
            </a:r>
            <a:endParaRPr sz="500"/>
          </a:p>
        </p:txBody>
      </p:sp>
      <p:sp>
        <p:nvSpPr>
          <p:cNvPr id="325" name="Google Shape;325;p31"/>
          <p:cNvSpPr/>
          <p:nvPr/>
        </p:nvSpPr>
        <p:spPr>
          <a:xfrm>
            <a:off x="4006527" y="2012156"/>
            <a:ext cx="1131000" cy="1131000"/>
          </a:xfrm>
          <a:prstGeom prst="ellipse">
            <a:avLst/>
          </a:prstGeom>
          <a:solidFill>
            <a:srgbClr val="D53044"/>
          </a:solidFill>
          <a:ln cap="flat" cmpd="sng" w="762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1"/>
          <p:cNvSpPr/>
          <p:nvPr/>
        </p:nvSpPr>
        <p:spPr>
          <a:xfrm>
            <a:off x="4264264" y="2300883"/>
            <a:ext cx="637497" cy="428625"/>
          </a:xfrm>
          <a:custGeom>
            <a:rect b="b" l="l" r="r" t="t"/>
            <a:pathLst>
              <a:path extrusionOk="0" h="337" w="497">
                <a:moveTo>
                  <a:pt x="203" y="257"/>
                </a:moveTo>
                <a:lnTo>
                  <a:pt x="203" y="257"/>
                </a:lnTo>
                <a:cubicBezTo>
                  <a:pt x="186" y="283"/>
                  <a:pt x="194" y="310"/>
                  <a:pt x="221" y="327"/>
                </a:cubicBezTo>
                <a:cubicBezTo>
                  <a:pt x="239" y="336"/>
                  <a:pt x="266" y="336"/>
                  <a:pt x="283" y="310"/>
                </a:cubicBezTo>
                <a:cubicBezTo>
                  <a:pt x="301" y="274"/>
                  <a:pt x="407" y="9"/>
                  <a:pt x="398" y="9"/>
                </a:cubicBezTo>
                <a:cubicBezTo>
                  <a:pt x="389" y="0"/>
                  <a:pt x="221" y="230"/>
                  <a:pt x="203" y="257"/>
                </a:cubicBezTo>
                <a:close/>
                <a:moveTo>
                  <a:pt x="248" y="71"/>
                </a:moveTo>
                <a:lnTo>
                  <a:pt x="248" y="71"/>
                </a:lnTo>
                <a:cubicBezTo>
                  <a:pt x="257" y="71"/>
                  <a:pt x="266" y="71"/>
                  <a:pt x="274" y="71"/>
                </a:cubicBezTo>
                <a:cubicBezTo>
                  <a:pt x="292" y="53"/>
                  <a:pt x="301" y="44"/>
                  <a:pt x="310" y="26"/>
                </a:cubicBezTo>
                <a:cubicBezTo>
                  <a:pt x="292" y="17"/>
                  <a:pt x="274" y="17"/>
                  <a:pt x="248" y="17"/>
                </a:cubicBezTo>
                <a:cubicBezTo>
                  <a:pt x="106" y="17"/>
                  <a:pt x="0" y="133"/>
                  <a:pt x="0" y="283"/>
                </a:cubicBezTo>
                <a:cubicBezTo>
                  <a:pt x="0" y="292"/>
                  <a:pt x="0" y="301"/>
                  <a:pt x="0" y="310"/>
                </a:cubicBezTo>
                <a:cubicBezTo>
                  <a:pt x="0" y="327"/>
                  <a:pt x="17" y="336"/>
                  <a:pt x="26" y="336"/>
                </a:cubicBezTo>
                <a:cubicBezTo>
                  <a:pt x="44" y="336"/>
                  <a:pt x="53" y="319"/>
                  <a:pt x="53" y="310"/>
                </a:cubicBezTo>
                <a:cubicBezTo>
                  <a:pt x="53" y="301"/>
                  <a:pt x="53" y="292"/>
                  <a:pt x="53" y="283"/>
                </a:cubicBezTo>
                <a:cubicBezTo>
                  <a:pt x="53" y="160"/>
                  <a:pt x="132" y="71"/>
                  <a:pt x="248" y="71"/>
                </a:cubicBezTo>
                <a:close/>
                <a:moveTo>
                  <a:pt x="425" y="98"/>
                </a:moveTo>
                <a:lnTo>
                  <a:pt x="425" y="98"/>
                </a:lnTo>
                <a:cubicBezTo>
                  <a:pt x="416" y="115"/>
                  <a:pt x="416" y="133"/>
                  <a:pt x="407" y="151"/>
                </a:cubicBezTo>
                <a:cubicBezTo>
                  <a:pt x="433" y="186"/>
                  <a:pt x="442" y="239"/>
                  <a:pt x="442" y="283"/>
                </a:cubicBezTo>
                <a:cubicBezTo>
                  <a:pt x="442" y="292"/>
                  <a:pt x="442" y="301"/>
                  <a:pt x="442" y="310"/>
                </a:cubicBezTo>
                <a:cubicBezTo>
                  <a:pt x="442" y="319"/>
                  <a:pt x="451" y="336"/>
                  <a:pt x="469" y="336"/>
                </a:cubicBezTo>
                <a:lnTo>
                  <a:pt x="469" y="336"/>
                </a:lnTo>
                <a:cubicBezTo>
                  <a:pt x="478" y="336"/>
                  <a:pt x="496" y="327"/>
                  <a:pt x="496" y="310"/>
                </a:cubicBezTo>
                <a:cubicBezTo>
                  <a:pt x="496" y="301"/>
                  <a:pt x="496" y="292"/>
                  <a:pt x="496" y="283"/>
                </a:cubicBezTo>
                <a:cubicBezTo>
                  <a:pt x="496" y="213"/>
                  <a:pt x="469" y="151"/>
                  <a:pt x="425" y="9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2"/>
          <p:cNvSpPr txBox="1"/>
          <p:nvPr/>
        </p:nvSpPr>
        <p:spPr>
          <a:xfrm rot="-5400000">
            <a:off x="1952700" y="-1952550"/>
            <a:ext cx="5238600" cy="9144000"/>
          </a:xfrm>
          <a:prstGeom prst="rect">
            <a:avLst/>
          </a:prstGeom>
          <a:solidFill>
            <a:srgbClr val="2F3A49">
              <a:alpha val="78430"/>
            </a:srgbClr>
          </a:solidFill>
          <a:ln>
            <a:noFill/>
          </a:ln>
          <a:effectLst>
            <a:outerShdw blurRad="63500" dir="5400000" dist="23000">
              <a:srgbClr val="808080">
                <a:alpha val="349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2"/>
          <p:cNvSpPr txBox="1"/>
          <p:nvPr/>
        </p:nvSpPr>
        <p:spPr>
          <a:xfrm>
            <a:off x="880352" y="3571550"/>
            <a:ext cx="7647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044"/>
              </a:buClr>
              <a:buSzPts val="2500"/>
              <a:buFont typeface="Roboto Black"/>
              <a:buNone/>
            </a:pPr>
            <a:r>
              <a:rPr b="0" i="0" lang="es" sz="2500" u="none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GRACIAS POR SU ATENCIÓN</a:t>
            </a:r>
            <a:endParaRPr sz="500">
              <a:solidFill>
                <a:schemeClr val="lt1"/>
              </a:solidFill>
            </a:endParaRPr>
          </a:p>
        </p:txBody>
      </p:sp>
      <p:sp>
        <p:nvSpPr>
          <p:cNvPr id="334" name="Google Shape;334;p32"/>
          <p:cNvSpPr txBox="1"/>
          <p:nvPr/>
        </p:nvSpPr>
        <p:spPr>
          <a:xfrm>
            <a:off x="713687" y="3657870"/>
            <a:ext cx="75000" cy="4518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63500" dir="5400000" dist="23000">
              <a:srgbClr val="808080">
                <a:alpha val="349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2"/>
          <p:cNvSpPr txBox="1"/>
          <p:nvPr/>
        </p:nvSpPr>
        <p:spPr>
          <a:xfrm>
            <a:off x="871424" y="3946002"/>
            <a:ext cx="7647600" cy="2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b="0" i="0" lang="es" sz="11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s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UEDEN HACER PREGUNTAS SI LO DESEAN.</a:t>
            </a:r>
            <a:endParaRPr sz="500"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10_Office Theme">
  <a:themeElements>
    <a:clrScheme name="Alizarin Light">
      <a:dk1>
        <a:srgbClr val="737572"/>
      </a:dk1>
      <a:lt1>
        <a:srgbClr val="FFFFFF"/>
      </a:lt1>
      <a:dk2>
        <a:srgbClr val="DB342D"/>
      </a:dk2>
      <a:lt2>
        <a:srgbClr val="FFFFFF"/>
      </a:lt2>
      <a:accent1>
        <a:srgbClr val="DB342D"/>
      </a:accent1>
      <a:accent2>
        <a:srgbClr val="7C8185"/>
      </a:accent2>
      <a:accent3>
        <a:srgbClr val="DB342D"/>
      </a:accent3>
      <a:accent4>
        <a:srgbClr val="7C8185"/>
      </a:accent4>
      <a:accent5>
        <a:srgbClr val="DB342D"/>
      </a:accent5>
      <a:accent6>
        <a:srgbClr val="7C8185"/>
      </a:accent6>
      <a:hlink>
        <a:srgbClr val="DB342D"/>
      </a:hlink>
      <a:folHlink>
        <a:srgbClr val="FF60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9_Office Theme">
  <a:themeElements>
    <a:clrScheme name="Alizarin Light">
      <a:dk1>
        <a:srgbClr val="737572"/>
      </a:dk1>
      <a:lt1>
        <a:srgbClr val="FFFFFF"/>
      </a:lt1>
      <a:dk2>
        <a:srgbClr val="DB342D"/>
      </a:dk2>
      <a:lt2>
        <a:srgbClr val="FFFFFF"/>
      </a:lt2>
      <a:accent1>
        <a:srgbClr val="DB342D"/>
      </a:accent1>
      <a:accent2>
        <a:srgbClr val="7C8185"/>
      </a:accent2>
      <a:accent3>
        <a:srgbClr val="DB342D"/>
      </a:accent3>
      <a:accent4>
        <a:srgbClr val="7C8185"/>
      </a:accent4>
      <a:accent5>
        <a:srgbClr val="DB342D"/>
      </a:accent5>
      <a:accent6>
        <a:srgbClr val="7C8185"/>
      </a:accent6>
      <a:hlink>
        <a:srgbClr val="DB342D"/>
      </a:hlink>
      <a:folHlink>
        <a:srgbClr val="FF60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7_Office Theme">
  <a:themeElements>
    <a:clrScheme name="Alizarin Light">
      <a:dk1>
        <a:srgbClr val="737572"/>
      </a:dk1>
      <a:lt1>
        <a:srgbClr val="FFFFFF"/>
      </a:lt1>
      <a:dk2>
        <a:srgbClr val="DB342D"/>
      </a:dk2>
      <a:lt2>
        <a:srgbClr val="FFFFFF"/>
      </a:lt2>
      <a:accent1>
        <a:srgbClr val="DB342D"/>
      </a:accent1>
      <a:accent2>
        <a:srgbClr val="7C8185"/>
      </a:accent2>
      <a:accent3>
        <a:srgbClr val="DB342D"/>
      </a:accent3>
      <a:accent4>
        <a:srgbClr val="7C8185"/>
      </a:accent4>
      <a:accent5>
        <a:srgbClr val="DB342D"/>
      </a:accent5>
      <a:accent6>
        <a:srgbClr val="7C8185"/>
      </a:accent6>
      <a:hlink>
        <a:srgbClr val="DB342D"/>
      </a:hlink>
      <a:folHlink>
        <a:srgbClr val="FF60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2_Office Theme">
  <a:themeElements>
    <a:clrScheme name="Alizarin Light">
      <a:dk1>
        <a:srgbClr val="737572"/>
      </a:dk1>
      <a:lt1>
        <a:srgbClr val="FFFFFF"/>
      </a:lt1>
      <a:dk2>
        <a:srgbClr val="DB342D"/>
      </a:dk2>
      <a:lt2>
        <a:srgbClr val="FFFFFF"/>
      </a:lt2>
      <a:accent1>
        <a:srgbClr val="DB342D"/>
      </a:accent1>
      <a:accent2>
        <a:srgbClr val="7C8185"/>
      </a:accent2>
      <a:accent3>
        <a:srgbClr val="DB342D"/>
      </a:accent3>
      <a:accent4>
        <a:srgbClr val="7C8185"/>
      </a:accent4>
      <a:accent5>
        <a:srgbClr val="DB342D"/>
      </a:accent5>
      <a:accent6>
        <a:srgbClr val="7C8185"/>
      </a:accent6>
      <a:hlink>
        <a:srgbClr val="DB342D"/>
      </a:hlink>
      <a:folHlink>
        <a:srgbClr val="FF60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5_Office Theme">
  <a:themeElements>
    <a:clrScheme name="Alizarin Light">
      <a:dk1>
        <a:srgbClr val="737572"/>
      </a:dk1>
      <a:lt1>
        <a:srgbClr val="FFFFFF"/>
      </a:lt1>
      <a:dk2>
        <a:srgbClr val="DB342D"/>
      </a:dk2>
      <a:lt2>
        <a:srgbClr val="FFFFFF"/>
      </a:lt2>
      <a:accent1>
        <a:srgbClr val="DB342D"/>
      </a:accent1>
      <a:accent2>
        <a:srgbClr val="7C8185"/>
      </a:accent2>
      <a:accent3>
        <a:srgbClr val="DB342D"/>
      </a:accent3>
      <a:accent4>
        <a:srgbClr val="7C8185"/>
      </a:accent4>
      <a:accent5>
        <a:srgbClr val="DB342D"/>
      </a:accent5>
      <a:accent6>
        <a:srgbClr val="7C8185"/>
      </a:accent6>
      <a:hlink>
        <a:srgbClr val="DB342D"/>
      </a:hlink>
      <a:folHlink>
        <a:srgbClr val="FF60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1_Office Theme">
  <a:themeElements>
    <a:clrScheme name="Alizarin Light">
      <a:dk1>
        <a:srgbClr val="737572"/>
      </a:dk1>
      <a:lt1>
        <a:srgbClr val="FFFFFF"/>
      </a:lt1>
      <a:dk2>
        <a:srgbClr val="DB342D"/>
      </a:dk2>
      <a:lt2>
        <a:srgbClr val="FFFFFF"/>
      </a:lt2>
      <a:accent1>
        <a:srgbClr val="DB342D"/>
      </a:accent1>
      <a:accent2>
        <a:srgbClr val="7C8185"/>
      </a:accent2>
      <a:accent3>
        <a:srgbClr val="DB342D"/>
      </a:accent3>
      <a:accent4>
        <a:srgbClr val="7C8185"/>
      </a:accent4>
      <a:accent5>
        <a:srgbClr val="DB342D"/>
      </a:accent5>
      <a:accent6>
        <a:srgbClr val="7C8185"/>
      </a:accent6>
      <a:hlink>
        <a:srgbClr val="DB342D"/>
      </a:hlink>
      <a:folHlink>
        <a:srgbClr val="FF60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