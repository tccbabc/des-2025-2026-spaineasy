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88A44E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/>
              <a:t>S</a:t>
            </a:r>
            <a:r>
              <a:rPr lang="es-ES"/>
              <a:t>painEasy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371600" y="2914650"/>
            <a:ext cx="6400800" cy="6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s-ES"/>
              <a:t>Test de recorridos cognitivos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065037" y="4788092"/>
            <a:ext cx="591700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DESSI (Desarrollo y Evaluación de Sistemas Software Interactivos) – Universidad de Granada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67" y="1050721"/>
            <a:ext cx="2021549" cy="16374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653195"/>
            <a:ext cx="2114116" cy="2099536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2231027" y="910497"/>
            <a:ext cx="1962600" cy="1593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248675" y="109150"/>
            <a:ext cx="196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Solicitar ayuda presencial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2328722" y="927118"/>
            <a:ext cx="1864850" cy="246259"/>
            <a:chOff x="2328828" y="832756"/>
            <a:chExt cx="1599220" cy="208500"/>
          </a:xfrm>
        </p:grpSpPr>
        <p:sp>
          <p:nvSpPr>
            <p:cNvPr id="96" name="Google Shape;96;p14"/>
            <p:cNvSpPr txBox="1"/>
            <p:nvPr/>
          </p:nvSpPr>
          <p:spPr>
            <a:xfrm>
              <a:off x="2485948" y="832756"/>
              <a:ext cx="14421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Abrir la aplicación Spain Easy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4"/>
          <p:cNvGrpSpPr/>
          <p:nvPr/>
        </p:nvGrpSpPr>
        <p:grpSpPr>
          <a:xfrm>
            <a:off x="2328722" y="1173968"/>
            <a:ext cx="1864850" cy="246259"/>
            <a:chOff x="2328828" y="832776"/>
            <a:chExt cx="1599220" cy="208500"/>
          </a:xfrm>
        </p:grpSpPr>
        <p:sp>
          <p:nvSpPr>
            <p:cNvPr id="99" name="Google Shape;99;p14"/>
            <p:cNvSpPr txBox="1"/>
            <p:nvPr/>
          </p:nvSpPr>
          <p:spPr>
            <a:xfrm>
              <a:off x="2485948" y="832776"/>
              <a:ext cx="14421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Ir a la sección “Ayuda” 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4"/>
          <p:cNvGrpSpPr/>
          <p:nvPr/>
        </p:nvGrpSpPr>
        <p:grpSpPr>
          <a:xfrm>
            <a:off x="2335993" y="1438443"/>
            <a:ext cx="1882691" cy="246259"/>
            <a:chOff x="2328828" y="832761"/>
            <a:chExt cx="1614520" cy="208500"/>
          </a:xfrm>
        </p:grpSpPr>
        <p:sp>
          <p:nvSpPr>
            <p:cNvPr id="102" name="Google Shape;102;p14"/>
            <p:cNvSpPr txBox="1"/>
            <p:nvPr/>
          </p:nvSpPr>
          <p:spPr>
            <a:xfrm>
              <a:off x="2485948" y="832761"/>
              <a:ext cx="1457400" cy="20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“Ayuda física” 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" name="Google Shape;104;p14"/>
          <p:cNvGrpSpPr/>
          <p:nvPr/>
        </p:nvGrpSpPr>
        <p:grpSpPr>
          <a:xfrm>
            <a:off x="2335993" y="1704672"/>
            <a:ext cx="1864861" cy="400039"/>
            <a:chOff x="2328828" y="832758"/>
            <a:chExt cx="1599229" cy="338700"/>
          </a:xfrm>
        </p:grpSpPr>
        <p:sp>
          <p:nvSpPr>
            <p:cNvPr id="105" name="Google Shape;105;p14"/>
            <p:cNvSpPr txBox="1"/>
            <p:nvPr/>
          </p:nvSpPr>
          <p:spPr>
            <a:xfrm>
              <a:off x="2485957" y="832758"/>
              <a:ext cx="1442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Escribir la descripción del problema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>
            <a:off x="4651550" y="934250"/>
            <a:ext cx="1962600" cy="16374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653349" y="122115"/>
            <a:ext cx="196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Usar el chatbot básico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066150" y="885899"/>
            <a:ext cx="1962600" cy="16860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7058025" y="137246"/>
            <a:ext cx="196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Consultar información sobre trámites</a:t>
            </a:r>
            <a:endParaRPr b="1"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14"/>
          <p:cNvGrpSpPr/>
          <p:nvPr/>
        </p:nvGrpSpPr>
        <p:grpSpPr>
          <a:xfrm>
            <a:off x="7138178" y="942125"/>
            <a:ext cx="1882456" cy="246300"/>
            <a:chOff x="2328828" y="832761"/>
            <a:chExt cx="1882456" cy="246300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2485984" y="832761"/>
              <a:ext cx="1725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Abrir la aplicación Spain Easy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7138178" y="1205773"/>
            <a:ext cx="1890556" cy="400200"/>
            <a:chOff x="2328828" y="832776"/>
            <a:chExt cx="1890556" cy="400200"/>
          </a:xfrm>
        </p:grpSpPr>
        <p:sp>
          <p:nvSpPr>
            <p:cNvPr id="115" name="Google Shape;115;p14"/>
            <p:cNvSpPr txBox="1"/>
            <p:nvPr/>
          </p:nvSpPr>
          <p:spPr>
            <a:xfrm>
              <a:off x="2485984" y="832776"/>
              <a:ext cx="1733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sección “Información de trámites”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14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7138178" y="1535539"/>
            <a:ext cx="1882456" cy="246300"/>
            <a:chOff x="2328828" y="832765"/>
            <a:chExt cx="1882456" cy="246300"/>
          </a:xfrm>
        </p:grpSpPr>
        <p:sp>
          <p:nvSpPr>
            <p:cNvPr id="118" name="Google Shape;118;p14"/>
            <p:cNvSpPr txBox="1"/>
            <p:nvPr/>
          </p:nvSpPr>
          <p:spPr>
            <a:xfrm>
              <a:off x="2485984" y="832765"/>
              <a:ext cx="1725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un trámite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14"/>
          <p:cNvGrpSpPr/>
          <p:nvPr/>
        </p:nvGrpSpPr>
        <p:grpSpPr>
          <a:xfrm>
            <a:off x="7138178" y="1775254"/>
            <a:ext cx="1882456" cy="400200"/>
            <a:chOff x="2328828" y="767638"/>
            <a:chExt cx="1882456" cy="400200"/>
          </a:xfrm>
        </p:grpSpPr>
        <p:sp>
          <p:nvSpPr>
            <p:cNvPr id="121" name="Google Shape;121;p14"/>
            <p:cNvSpPr txBox="1"/>
            <p:nvPr/>
          </p:nvSpPr>
          <p:spPr>
            <a:xfrm>
              <a:off x="2485984" y="767638"/>
              <a:ext cx="1725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Leer los requisitos y pasos del trámite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2328828" y="861187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3" name="Google Shape;12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51551" y="2725352"/>
            <a:ext cx="1962645" cy="1994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9873" y="2709070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4"/>
          <p:cNvSpPr txBox="1"/>
          <p:nvPr/>
        </p:nvSpPr>
        <p:spPr>
          <a:xfrm>
            <a:off x="123797" y="264706"/>
            <a:ext cx="15691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de Evaluación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Recorridos Cognitivos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14"/>
          <p:cNvCxnSpPr/>
          <p:nvPr/>
        </p:nvCxnSpPr>
        <p:spPr>
          <a:xfrm flipH="1" rot="10800000">
            <a:off x="4212822" y="1274893"/>
            <a:ext cx="419400" cy="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4"/>
          <p:cNvCxnSpPr/>
          <p:nvPr/>
        </p:nvCxnSpPr>
        <p:spPr>
          <a:xfrm flipH="1" rot="10800000">
            <a:off x="6638492" y="1240689"/>
            <a:ext cx="419400" cy="3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" name="Google Shape;128;p14"/>
          <p:cNvGrpSpPr/>
          <p:nvPr/>
        </p:nvGrpSpPr>
        <p:grpSpPr>
          <a:xfrm>
            <a:off x="2335702" y="2056182"/>
            <a:ext cx="1882697" cy="400039"/>
            <a:chOff x="2328828" y="832758"/>
            <a:chExt cx="1614525" cy="338700"/>
          </a:xfrm>
        </p:grpSpPr>
        <p:sp>
          <p:nvSpPr>
            <p:cNvPr id="129" name="Google Shape;129;p14"/>
            <p:cNvSpPr txBox="1"/>
            <p:nvPr/>
          </p:nvSpPr>
          <p:spPr>
            <a:xfrm>
              <a:off x="2485953" y="832758"/>
              <a:ext cx="1457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Elegir la ciudad y la fecha donde necesita la ayuda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4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" name="Google Shape;131;p14"/>
          <p:cNvGrpSpPr/>
          <p:nvPr/>
        </p:nvGrpSpPr>
        <p:grpSpPr>
          <a:xfrm>
            <a:off x="4734311" y="1026302"/>
            <a:ext cx="1782255" cy="246300"/>
            <a:chOff x="2328828" y="832761"/>
            <a:chExt cx="1782255" cy="246300"/>
          </a:xfrm>
        </p:grpSpPr>
        <p:sp>
          <p:nvSpPr>
            <p:cNvPr id="132" name="Google Shape;132;p14"/>
            <p:cNvSpPr txBox="1"/>
            <p:nvPr/>
          </p:nvSpPr>
          <p:spPr>
            <a:xfrm>
              <a:off x="2485983" y="832761"/>
              <a:ext cx="1625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Abrir la aplicación 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14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14"/>
          <p:cNvGrpSpPr/>
          <p:nvPr/>
        </p:nvGrpSpPr>
        <p:grpSpPr>
          <a:xfrm>
            <a:off x="4734311" y="1281809"/>
            <a:ext cx="1782255" cy="246300"/>
            <a:chOff x="2328828" y="824635"/>
            <a:chExt cx="1782255" cy="246300"/>
          </a:xfrm>
        </p:grpSpPr>
        <p:sp>
          <p:nvSpPr>
            <p:cNvPr id="135" name="Google Shape;135;p14"/>
            <p:cNvSpPr txBox="1"/>
            <p:nvPr/>
          </p:nvSpPr>
          <p:spPr>
            <a:xfrm>
              <a:off x="2485983" y="824635"/>
              <a:ext cx="1625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 la sección “Ayuda”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14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14"/>
          <p:cNvGrpSpPr/>
          <p:nvPr/>
        </p:nvGrpSpPr>
        <p:grpSpPr>
          <a:xfrm>
            <a:off x="4734311" y="1513875"/>
            <a:ext cx="1883365" cy="400200"/>
            <a:chOff x="2328828" y="832758"/>
            <a:chExt cx="1883365" cy="400200"/>
          </a:xfrm>
        </p:grpSpPr>
        <p:sp>
          <p:nvSpPr>
            <p:cNvPr id="138" name="Google Shape;138;p14"/>
            <p:cNvSpPr txBox="1"/>
            <p:nvPr/>
          </p:nvSpPr>
          <p:spPr>
            <a:xfrm>
              <a:off x="2485993" y="832758"/>
              <a:ext cx="1726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Seleccionar la opción “Chatbot básico”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2328828" y="926315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4"/>
          <p:cNvGrpSpPr/>
          <p:nvPr/>
        </p:nvGrpSpPr>
        <p:grpSpPr>
          <a:xfrm>
            <a:off x="4742452" y="1867564"/>
            <a:ext cx="1863523" cy="246300"/>
            <a:chOff x="2328828" y="832758"/>
            <a:chExt cx="1863523" cy="246300"/>
          </a:xfrm>
        </p:grpSpPr>
        <p:sp>
          <p:nvSpPr>
            <p:cNvPr id="141" name="Google Shape;141;p14"/>
            <p:cNvSpPr txBox="1"/>
            <p:nvPr/>
          </p:nvSpPr>
          <p:spPr>
            <a:xfrm>
              <a:off x="2485951" y="832758"/>
              <a:ext cx="1706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Elegir una pregunta del menú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14"/>
          <p:cNvGrpSpPr/>
          <p:nvPr/>
        </p:nvGrpSpPr>
        <p:grpSpPr>
          <a:xfrm>
            <a:off x="4750593" y="2099134"/>
            <a:ext cx="1859041" cy="400200"/>
            <a:chOff x="2328828" y="832755"/>
            <a:chExt cx="1859041" cy="400200"/>
          </a:xfrm>
        </p:grpSpPr>
        <p:sp>
          <p:nvSpPr>
            <p:cNvPr id="144" name="Google Shape;144;p14"/>
            <p:cNvSpPr txBox="1"/>
            <p:nvPr/>
          </p:nvSpPr>
          <p:spPr>
            <a:xfrm>
              <a:off x="2485969" y="832755"/>
              <a:ext cx="1701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Leer la respuesta proporcionada por el chatbot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2328828" y="95887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46" name="Google Shape;14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253226" y="2725352"/>
            <a:ext cx="1962645" cy="1994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5510" y="3148685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5"/>
          <p:cNvSpPr/>
          <p:nvPr/>
        </p:nvSpPr>
        <p:spPr>
          <a:xfrm>
            <a:off x="2577647" y="746325"/>
            <a:ext cx="1962600" cy="18255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2577660" y="96250"/>
            <a:ext cx="196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Registrar un nuevo usuario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15"/>
          <p:cNvGrpSpPr/>
          <p:nvPr/>
        </p:nvGrpSpPr>
        <p:grpSpPr>
          <a:xfrm>
            <a:off x="2657821" y="832775"/>
            <a:ext cx="1882150" cy="246300"/>
            <a:chOff x="2328828" y="832775"/>
            <a:chExt cx="1882150" cy="246300"/>
          </a:xfrm>
        </p:grpSpPr>
        <p:sp>
          <p:nvSpPr>
            <p:cNvPr id="155" name="Google Shape;155;p15"/>
            <p:cNvSpPr txBox="1"/>
            <p:nvPr/>
          </p:nvSpPr>
          <p:spPr>
            <a:xfrm>
              <a:off x="2485978" y="832775"/>
              <a:ext cx="1725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Abrir la aplicación Spain Easy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2657821" y="1041750"/>
            <a:ext cx="1827564" cy="246300"/>
            <a:chOff x="2328828" y="832765"/>
            <a:chExt cx="1827564" cy="246300"/>
          </a:xfrm>
        </p:grpSpPr>
        <p:sp>
          <p:nvSpPr>
            <p:cNvPr id="158" name="Google Shape;158;p15"/>
            <p:cNvSpPr txBox="1"/>
            <p:nvPr/>
          </p:nvSpPr>
          <p:spPr>
            <a:xfrm>
              <a:off x="2485992" y="832765"/>
              <a:ext cx="1670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Pulsar en “Registrarse”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" name="Google Shape;160;p15"/>
          <p:cNvGrpSpPr/>
          <p:nvPr/>
        </p:nvGrpSpPr>
        <p:grpSpPr>
          <a:xfrm>
            <a:off x="2657821" y="1265700"/>
            <a:ext cx="1827564" cy="246300"/>
            <a:chOff x="2328828" y="832772"/>
            <a:chExt cx="1827564" cy="246300"/>
          </a:xfrm>
        </p:grpSpPr>
        <p:sp>
          <p:nvSpPr>
            <p:cNvPr id="161" name="Google Shape;161;p15"/>
            <p:cNvSpPr txBox="1"/>
            <p:nvPr/>
          </p:nvSpPr>
          <p:spPr>
            <a:xfrm>
              <a:off x="2485992" y="832772"/>
              <a:ext cx="1670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Introducir el email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5"/>
          <p:cNvGrpSpPr/>
          <p:nvPr/>
        </p:nvGrpSpPr>
        <p:grpSpPr>
          <a:xfrm>
            <a:off x="2666860" y="1497275"/>
            <a:ext cx="1827564" cy="246300"/>
            <a:chOff x="2328828" y="832774"/>
            <a:chExt cx="1827564" cy="246300"/>
          </a:xfrm>
        </p:grpSpPr>
        <p:sp>
          <p:nvSpPr>
            <p:cNvPr id="164" name="Google Shape;164;p15"/>
            <p:cNvSpPr txBox="1"/>
            <p:nvPr/>
          </p:nvSpPr>
          <p:spPr>
            <a:xfrm>
              <a:off x="2485992" y="832774"/>
              <a:ext cx="1670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Introducir la contraseña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15"/>
          <p:cNvGrpSpPr/>
          <p:nvPr/>
        </p:nvGrpSpPr>
        <p:grpSpPr>
          <a:xfrm>
            <a:off x="2657821" y="1728850"/>
            <a:ext cx="1882165" cy="246300"/>
            <a:chOff x="2328828" y="832776"/>
            <a:chExt cx="1882165" cy="246300"/>
          </a:xfrm>
        </p:grpSpPr>
        <p:sp>
          <p:nvSpPr>
            <p:cNvPr id="167" name="Google Shape;167;p15"/>
            <p:cNvSpPr txBox="1"/>
            <p:nvPr/>
          </p:nvSpPr>
          <p:spPr>
            <a:xfrm>
              <a:off x="2485993" y="832776"/>
              <a:ext cx="1725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Confirmar la contraseña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9" name="Google Shape;1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871" y="3145136"/>
            <a:ext cx="1962645" cy="1994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5"/>
          <p:cNvSpPr/>
          <p:nvPr/>
        </p:nvSpPr>
        <p:spPr>
          <a:xfrm>
            <a:off x="134925" y="823975"/>
            <a:ext cx="1962600" cy="17478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94880" y="373450"/>
            <a:ext cx="196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Finalizar sesión</a:t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" name="Google Shape;172;p15"/>
          <p:cNvGrpSpPr/>
          <p:nvPr/>
        </p:nvGrpSpPr>
        <p:grpSpPr>
          <a:xfrm>
            <a:off x="175035" y="829225"/>
            <a:ext cx="1882440" cy="246300"/>
            <a:chOff x="2328828" y="832774"/>
            <a:chExt cx="1882440" cy="246300"/>
          </a:xfrm>
        </p:grpSpPr>
        <p:sp>
          <p:nvSpPr>
            <p:cNvPr id="173" name="Google Shape;173;p15"/>
            <p:cNvSpPr txBox="1"/>
            <p:nvPr/>
          </p:nvSpPr>
          <p:spPr>
            <a:xfrm>
              <a:off x="2485968" y="832774"/>
              <a:ext cx="17253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Abrir la aplicación Spain Easy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5"/>
          <p:cNvGrpSpPr/>
          <p:nvPr/>
        </p:nvGrpSpPr>
        <p:grpSpPr>
          <a:xfrm>
            <a:off x="175035" y="1065319"/>
            <a:ext cx="1724940" cy="246300"/>
            <a:chOff x="2328828" y="832764"/>
            <a:chExt cx="1724940" cy="246300"/>
          </a:xfrm>
        </p:grpSpPr>
        <p:sp>
          <p:nvSpPr>
            <p:cNvPr id="176" name="Google Shape;176;p15"/>
            <p:cNvSpPr txBox="1"/>
            <p:nvPr/>
          </p:nvSpPr>
          <p:spPr>
            <a:xfrm>
              <a:off x="2485968" y="832764"/>
              <a:ext cx="1567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Ir al menú principal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15"/>
          <p:cNvGrpSpPr/>
          <p:nvPr/>
        </p:nvGrpSpPr>
        <p:grpSpPr>
          <a:xfrm>
            <a:off x="175035" y="1289269"/>
            <a:ext cx="1779240" cy="246300"/>
            <a:chOff x="2328828" y="832771"/>
            <a:chExt cx="1779240" cy="246300"/>
          </a:xfrm>
        </p:grpSpPr>
        <p:sp>
          <p:nvSpPr>
            <p:cNvPr id="179" name="Google Shape;179;p15"/>
            <p:cNvSpPr txBox="1"/>
            <p:nvPr/>
          </p:nvSpPr>
          <p:spPr>
            <a:xfrm>
              <a:off x="2485968" y="832771"/>
              <a:ext cx="16221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Abrir la sección  “Ajustes”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2328828" y="877469"/>
              <a:ext cx="179422" cy="157581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15"/>
          <p:cNvGrpSpPr/>
          <p:nvPr/>
        </p:nvGrpSpPr>
        <p:grpSpPr>
          <a:xfrm>
            <a:off x="175035" y="1529883"/>
            <a:ext cx="1882140" cy="400200"/>
            <a:chOff x="2328828" y="832773"/>
            <a:chExt cx="1882140" cy="400200"/>
          </a:xfrm>
        </p:grpSpPr>
        <p:sp>
          <p:nvSpPr>
            <p:cNvPr id="182" name="Google Shape;182;p15"/>
            <p:cNvSpPr txBox="1"/>
            <p:nvPr/>
          </p:nvSpPr>
          <p:spPr>
            <a:xfrm>
              <a:off x="2485968" y="832773"/>
              <a:ext cx="1725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Pulsar el botón “Cerrar sesión”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2328828" y="931706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15"/>
          <p:cNvGrpSpPr/>
          <p:nvPr/>
        </p:nvGrpSpPr>
        <p:grpSpPr>
          <a:xfrm>
            <a:off x="175035" y="1884825"/>
            <a:ext cx="1842590" cy="246300"/>
            <a:chOff x="2328828" y="992300"/>
            <a:chExt cx="1842590" cy="246300"/>
          </a:xfrm>
        </p:grpSpPr>
        <p:sp>
          <p:nvSpPr>
            <p:cNvPr id="185" name="Google Shape;185;p15"/>
            <p:cNvSpPr txBox="1"/>
            <p:nvPr/>
          </p:nvSpPr>
          <p:spPr>
            <a:xfrm>
              <a:off x="2508218" y="992300"/>
              <a:ext cx="16632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Confirmar la acción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2328828" y="1031141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15"/>
          <p:cNvSpPr txBox="1"/>
          <p:nvPr/>
        </p:nvSpPr>
        <p:spPr>
          <a:xfrm>
            <a:off x="443550" y="1823275"/>
            <a:ext cx="121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15"/>
          <p:cNvCxnSpPr/>
          <p:nvPr/>
        </p:nvCxnSpPr>
        <p:spPr>
          <a:xfrm flipH="1" rot="10800000">
            <a:off x="2077413" y="1512000"/>
            <a:ext cx="480000" cy="387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9" name="Google Shape;189;p15"/>
          <p:cNvGrpSpPr/>
          <p:nvPr/>
        </p:nvGrpSpPr>
        <p:grpSpPr>
          <a:xfrm>
            <a:off x="2666583" y="2250650"/>
            <a:ext cx="1981001" cy="246300"/>
            <a:chOff x="2328828" y="832767"/>
            <a:chExt cx="2019163" cy="246300"/>
          </a:xfrm>
        </p:grpSpPr>
        <p:sp>
          <p:nvSpPr>
            <p:cNvPr id="190" name="Google Shape;190;p15"/>
            <p:cNvSpPr txBox="1"/>
            <p:nvPr/>
          </p:nvSpPr>
          <p:spPr>
            <a:xfrm>
              <a:off x="2485291" y="832767"/>
              <a:ext cx="1862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Acceder a la pantalla principal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15"/>
          <p:cNvGrpSpPr/>
          <p:nvPr/>
        </p:nvGrpSpPr>
        <p:grpSpPr>
          <a:xfrm>
            <a:off x="2656367" y="1985464"/>
            <a:ext cx="1882165" cy="246300"/>
            <a:chOff x="2328828" y="832776"/>
            <a:chExt cx="1882165" cy="246300"/>
          </a:xfrm>
        </p:grpSpPr>
        <p:sp>
          <p:nvSpPr>
            <p:cNvPr id="193" name="Google Shape;193;p15"/>
            <p:cNvSpPr txBox="1"/>
            <p:nvPr/>
          </p:nvSpPr>
          <p:spPr>
            <a:xfrm>
              <a:off x="2485993" y="832776"/>
              <a:ext cx="1725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Guardar los datos del registro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2328828" y="877469"/>
              <a:ext cx="179400" cy="15750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